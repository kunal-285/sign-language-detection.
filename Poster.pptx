
<file path=[Content_Types].xml><?xml version="1.0" encoding="utf-8"?>
<Types xmlns="http://schemas.openxmlformats.org/package/2006/content-types">
  <Default Extension="jpeg" ContentType="image/jpeg"/>
  <Default Extension="jp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72" r:id="rId1"/>
  </p:sldMasterIdLst>
  <p:sldIdLst>
    <p:sldId id="258" r:id="rId2"/>
  </p:sldIdLst>
  <p:sldSz cx="15087600" cy="10698163"/>
  <p:notesSz cx="6858000" cy="9144000"/>
  <p:defaultTextStyle>
    <a:defPPr>
      <a:defRPr lang="en-US"/>
    </a:defPPr>
    <a:lvl1pPr marL="0" algn="l" defTabSz="736732" rtl="0" eaLnBrk="1" latinLnBrk="0" hangingPunct="1">
      <a:defRPr sz="2901" kern="1200">
        <a:solidFill>
          <a:schemeClr val="tx1"/>
        </a:solidFill>
        <a:latin typeface="+mn-lt"/>
        <a:ea typeface="+mn-ea"/>
        <a:cs typeface="+mn-cs"/>
      </a:defRPr>
    </a:lvl1pPr>
    <a:lvl2pPr marL="736732" algn="l" defTabSz="736732" rtl="0" eaLnBrk="1" latinLnBrk="0" hangingPunct="1">
      <a:defRPr sz="2901" kern="1200">
        <a:solidFill>
          <a:schemeClr val="tx1"/>
        </a:solidFill>
        <a:latin typeface="+mn-lt"/>
        <a:ea typeface="+mn-ea"/>
        <a:cs typeface="+mn-cs"/>
      </a:defRPr>
    </a:lvl2pPr>
    <a:lvl3pPr marL="1473464" algn="l" defTabSz="736732" rtl="0" eaLnBrk="1" latinLnBrk="0" hangingPunct="1">
      <a:defRPr sz="2901" kern="1200">
        <a:solidFill>
          <a:schemeClr val="tx1"/>
        </a:solidFill>
        <a:latin typeface="+mn-lt"/>
        <a:ea typeface="+mn-ea"/>
        <a:cs typeface="+mn-cs"/>
      </a:defRPr>
    </a:lvl3pPr>
    <a:lvl4pPr marL="2210196" algn="l" defTabSz="736732" rtl="0" eaLnBrk="1" latinLnBrk="0" hangingPunct="1">
      <a:defRPr sz="2901" kern="1200">
        <a:solidFill>
          <a:schemeClr val="tx1"/>
        </a:solidFill>
        <a:latin typeface="+mn-lt"/>
        <a:ea typeface="+mn-ea"/>
        <a:cs typeface="+mn-cs"/>
      </a:defRPr>
    </a:lvl4pPr>
    <a:lvl5pPr marL="2946928" algn="l" defTabSz="736732" rtl="0" eaLnBrk="1" latinLnBrk="0" hangingPunct="1">
      <a:defRPr sz="2901" kern="1200">
        <a:solidFill>
          <a:schemeClr val="tx1"/>
        </a:solidFill>
        <a:latin typeface="+mn-lt"/>
        <a:ea typeface="+mn-ea"/>
        <a:cs typeface="+mn-cs"/>
      </a:defRPr>
    </a:lvl5pPr>
    <a:lvl6pPr marL="3683660" algn="l" defTabSz="736732" rtl="0" eaLnBrk="1" latinLnBrk="0" hangingPunct="1">
      <a:defRPr sz="2901" kern="1200">
        <a:solidFill>
          <a:schemeClr val="tx1"/>
        </a:solidFill>
        <a:latin typeface="+mn-lt"/>
        <a:ea typeface="+mn-ea"/>
        <a:cs typeface="+mn-cs"/>
      </a:defRPr>
    </a:lvl6pPr>
    <a:lvl7pPr marL="4420392" algn="l" defTabSz="736732" rtl="0" eaLnBrk="1" latinLnBrk="0" hangingPunct="1">
      <a:defRPr sz="2901" kern="1200">
        <a:solidFill>
          <a:schemeClr val="tx1"/>
        </a:solidFill>
        <a:latin typeface="+mn-lt"/>
        <a:ea typeface="+mn-ea"/>
        <a:cs typeface="+mn-cs"/>
      </a:defRPr>
    </a:lvl7pPr>
    <a:lvl8pPr marL="5157125" algn="l" defTabSz="736732" rtl="0" eaLnBrk="1" latinLnBrk="0" hangingPunct="1">
      <a:defRPr sz="2901" kern="1200">
        <a:solidFill>
          <a:schemeClr val="tx1"/>
        </a:solidFill>
        <a:latin typeface="+mn-lt"/>
        <a:ea typeface="+mn-ea"/>
        <a:cs typeface="+mn-cs"/>
      </a:defRPr>
    </a:lvl8pPr>
    <a:lvl9pPr marL="5893857" algn="l" defTabSz="736732" rtl="0" eaLnBrk="1" latinLnBrk="0" hangingPunct="1">
      <a:defRPr sz="2901"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3370" userDrawn="1">
          <p15:clr>
            <a:srgbClr val="A4A3A4"/>
          </p15:clr>
        </p15:guide>
        <p15:guide id="2" pos="4752" userDrawn="1">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6322" autoAdjust="0"/>
    <p:restoredTop sz="94660"/>
  </p:normalViewPr>
  <p:slideViewPr>
    <p:cSldViewPr snapToGrid="0">
      <p:cViewPr varScale="1">
        <p:scale>
          <a:sx n="57" d="100"/>
          <a:sy n="57" d="100"/>
        </p:scale>
        <p:origin x="1560" y="91"/>
      </p:cViewPr>
      <p:guideLst>
        <p:guide orient="horz" pos="3370"/>
        <p:guide pos="4752"/>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3" Type="http://schemas.openxmlformats.org/officeDocument/2006/relationships/presProps" Target="presProps.xml"/><Relationship Id="rId2" Type="http://schemas.openxmlformats.org/officeDocument/2006/relationships/slide" Target="slides/slide1.xml"/><Relationship Id="rId1" Type="http://schemas.openxmlformats.org/officeDocument/2006/relationships/slideMaster" Target="slideMasters/slideMaster1.xml"/><Relationship Id="rId6" Type="http://schemas.openxmlformats.org/officeDocument/2006/relationships/tableStyles" Target="tableStyles.xml"/><Relationship Id="rId5" Type="http://schemas.openxmlformats.org/officeDocument/2006/relationships/theme" Target="theme/theme1.xml"/><Relationship Id="rId4" Type="http://schemas.openxmlformats.org/officeDocument/2006/relationships/viewProps" Target="viewProps.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1131570" y="3323367"/>
            <a:ext cx="12824460" cy="2293171"/>
          </a:xfrm>
        </p:spPr>
        <p:txBody>
          <a:bodyPr/>
          <a:lstStyle/>
          <a:p>
            <a:r>
              <a:rPr lang="en-US"/>
              <a:t>Click to edit Master title style</a:t>
            </a:r>
            <a:endParaRPr lang="en-GB"/>
          </a:p>
        </p:txBody>
      </p:sp>
      <p:sp>
        <p:nvSpPr>
          <p:cNvPr id="3" name="Subtitle 2"/>
          <p:cNvSpPr>
            <a:spLocks noGrp="1"/>
          </p:cNvSpPr>
          <p:nvPr>
            <p:ph type="subTitle" idx="1"/>
          </p:nvPr>
        </p:nvSpPr>
        <p:spPr>
          <a:xfrm>
            <a:off x="2263140" y="6062292"/>
            <a:ext cx="10561320" cy="2733975"/>
          </a:xfrm>
        </p:spPr>
        <p:txBody>
          <a:bodyPr/>
          <a:lstStyle>
            <a:lvl1pPr marL="0" indent="0" algn="ctr">
              <a:buNone/>
              <a:defRPr>
                <a:solidFill>
                  <a:schemeClr val="tx1">
                    <a:tint val="75000"/>
                  </a:schemeClr>
                </a:solidFill>
              </a:defRPr>
            </a:lvl1pPr>
            <a:lvl2pPr marL="712928" indent="0" algn="ctr">
              <a:buNone/>
              <a:defRPr>
                <a:solidFill>
                  <a:schemeClr val="tx1">
                    <a:tint val="75000"/>
                  </a:schemeClr>
                </a:solidFill>
              </a:defRPr>
            </a:lvl2pPr>
            <a:lvl3pPr marL="1425852" indent="0" algn="ctr">
              <a:buNone/>
              <a:defRPr>
                <a:solidFill>
                  <a:schemeClr val="tx1">
                    <a:tint val="75000"/>
                  </a:schemeClr>
                </a:solidFill>
              </a:defRPr>
            </a:lvl3pPr>
            <a:lvl4pPr marL="2138780" indent="0" algn="ctr">
              <a:buNone/>
              <a:defRPr>
                <a:solidFill>
                  <a:schemeClr val="tx1">
                    <a:tint val="75000"/>
                  </a:schemeClr>
                </a:solidFill>
              </a:defRPr>
            </a:lvl4pPr>
            <a:lvl5pPr marL="2851708" indent="0" algn="ctr">
              <a:buNone/>
              <a:defRPr>
                <a:solidFill>
                  <a:schemeClr val="tx1">
                    <a:tint val="75000"/>
                  </a:schemeClr>
                </a:solidFill>
              </a:defRPr>
            </a:lvl5pPr>
            <a:lvl6pPr marL="3564637" indent="0" algn="ctr">
              <a:buNone/>
              <a:defRPr>
                <a:solidFill>
                  <a:schemeClr val="tx1">
                    <a:tint val="75000"/>
                  </a:schemeClr>
                </a:solidFill>
              </a:defRPr>
            </a:lvl6pPr>
            <a:lvl7pPr marL="4277562" indent="0" algn="ctr">
              <a:buNone/>
              <a:defRPr>
                <a:solidFill>
                  <a:schemeClr val="tx1">
                    <a:tint val="75000"/>
                  </a:schemeClr>
                </a:solidFill>
              </a:defRPr>
            </a:lvl7pPr>
            <a:lvl8pPr marL="4990490" indent="0" algn="ctr">
              <a:buNone/>
              <a:defRPr>
                <a:solidFill>
                  <a:schemeClr val="tx1">
                    <a:tint val="75000"/>
                  </a:schemeClr>
                </a:solidFill>
              </a:defRPr>
            </a:lvl8pPr>
            <a:lvl9pPr marL="5703415" indent="0" algn="ctr">
              <a:buNone/>
              <a:defRPr>
                <a:solidFill>
                  <a:schemeClr val="tx1">
                    <a:tint val="75000"/>
                  </a:schemeClr>
                </a:solidFill>
              </a:defRPr>
            </a:lvl9pPr>
          </a:lstStyle>
          <a:p>
            <a:r>
              <a:rPr lang="en-US"/>
              <a:t>Click to edit Master subtitle style</a:t>
            </a:r>
            <a:endParaRPr lang="en-GB"/>
          </a:p>
        </p:txBody>
      </p:sp>
      <p:sp>
        <p:nvSpPr>
          <p:cNvPr id="4" name="Date Placeholder 3"/>
          <p:cNvSpPr>
            <a:spLocks noGrp="1"/>
          </p:cNvSpPr>
          <p:nvPr>
            <p:ph type="dt" sz="half" idx="10"/>
          </p:nvPr>
        </p:nvSpPr>
        <p:spPr/>
        <p:txBody>
          <a:bodyPr/>
          <a:lstStyle/>
          <a:p>
            <a:fld id="{D0733536-B233-4BC2-83DB-4E5622BAA258}" type="datetimeFigureOut">
              <a:rPr lang="en-GB" smtClean="0"/>
              <a:pPr/>
              <a:t>14/04/2026</a:t>
            </a:fld>
            <a:endParaRPr lang="en-GB"/>
          </a:p>
        </p:txBody>
      </p:sp>
      <p:sp>
        <p:nvSpPr>
          <p:cNvPr id="5" name="Footer Placeholder 4"/>
          <p:cNvSpPr>
            <a:spLocks noGrp="1"/>
          </p:cNvSpPr>
          <p:nvPr>
            <p:ph type="ftr" sz="quarter" idx="11"/>
          </p:nvPr>
        </p:nvSpPr>
        <p:spPr/>
        <p:txBody>
          <a:bodyPr/>
          <a:lstStyle/>
          <a:p>
            <a:endParaRPr lang="en-GB"/>
          </a:p>
        </p:txBody>
      </p:sp>
      <p:sp>
        <p:nvSpPr>
          <p:cNvPr id="6" name="Slide Number Placeholder 5"/>
          <p:cNvSpPr>
            <a:spLocks noGrp="1"/>
          </p:cNvSpPr>
          <p:nvPr>
            <p:ph type="sldNum" sz="quarter" idx="12"/>
          </p:nvPr>
        </p:nvSpPr>
        <p:spPr/>
        <p:txBody>
          <a:bodyPr/>
          <a:lstStyle/>
          <a:p>
            <a:fld id="{CACD2470-5615-49D2-A134-05F7505E0DB3}" type="slidenum">
              <a:rPr lang="en-GB" smtClean="0"/>
              <a:pPr/>
              <a:t>‹#›</a:t>
            </a:fld>
            <a:endParaRPr lang="en-GB"/>
          </a:p>
        </p:txBody>
      </p:sp>
    </p:spTree>
    <p:extLst>
      <p:ext uri="{BB962C8B-B14F-4D97-AF65-F5344CB8AC3E}">
        <p14:creationId xmlns:p14="http://schemas.microsoft.com/office/powerpoint/2010/main" val="820094380"/>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GB"/>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4" name="Date Placeholder 3"/>
          <p:cNvSpPr>
            <a:spLocks noGrp="1"/>
          </p:cNvSpPr>
          <p:nvPr>
            <p:ph type="dt" sz="half" idx="10"/>
          </p:nvPr>
        </p:nvSpPr>
        <p:spPr/>
        <p:txBody>
          <a:bodyPr/>
          <a:lstStyle/>
          <a:p>
            <a:fld id="{D0733536-B233-4BC2-83DB-4E5622BAA258}" type="datetimeFigureOut">
              <a:rPr lang="en-GB" smtClean="0"/>
              <a:pPr/>
              <a:t>14/04/2026</a:t>
            </a:fld>
            <a:endParaRPr lang="en-GB"/>
          </a:p>
        </p:txBody>
      </p:sp>
      <p:sp>
        <p:nvSpPr>
          <p:cNvPr id="5" name="Footer Placeholder 4"/>
          <p:cNvSpPr>
            <a:spLocks noGrp="1"/>
          </p:cNvSpPr>
          <p:nvPr>
            <p:ph type="ftr" sz="quarter" idx="11"/>
          </p:nvPr>
        </p:nvSpPr>
        <p:spPr/>
        <p:txBody>
          <a:bodyPr/>
          <a:lstStyle/>
          <a:p>
            <a:endParaRPr lang="en-GB"/>
          </a:p>
        </p:txBody>
      </p:sp>
      <p:sp>
        <p:nvSpPr>
          <p:cNvPr id="6" name="Slide Number Placeholder 5"/>
          <p:cNvSpPr>
            <a:spLocks noGrp="1"/>
          </p:cNvSpPr>
          <p:nvPr>
            <p:ph type="sldNum" sz="quarter" idx="12"/>
          </p:nvPr>
        </p:nvSpPr>
        <p:spPr/>
        <p:txBody>
          <a:bodyPr/>
          <a:lstStyle/>
          <a:p>
            <a:fld id="{CACD2470-5615-49D2-A134-05F7505E0DB3}" type="slidenum">
              <a:rPr lang="en-GB" smtClean="0"/>
              <a:pPr/>
              <a:t>‹#›</a:t>
            </a:fld>
            <a:endParaRPr lang="en-GB"/>
          </a:p>
        </p:txBody>
      </p:sp>
    </p:spTree>
    <p:extLst>
      <p:ext uri="{BB962C8B-B14F-4D97-AF65-F5344CB8AC3E}">
        <p14:creationId xmlns:p14="http://schemas.microsoft.com/office/powerpoint/2010/main" val="234015194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1191818" y="6874563"/>
            <a:ext cx="12824460" cy="2124774"/>
          </a:xfrm>
        </p:spPr>
        <p:txBody>
          <a:bodyPr anchor="t"/>
          <a:lstStyle>
            <a:lvl1pPr algn="l">
              <a:defRPr sz="6240" b="1" cap="all"/>
            </a:lvl1pPr>
          </a:lstStyle>
          <a:p>
            <a:r>
              <a:rPr lang="en-US"/>
              <a:t>Click to edit Master title style</a:t>
            </a:r>
            <a:endParaRPr lang="en-GB"/>
          </a:p>
        </p:txBody>
      </p:sp>
      <p:sp>
        <p:nvSpPr>
          <p:cNvPr id="3" name="Text Placeholder 2"/>
          <p:cNvSpPr>
            <a:spLocks noGrp="1"/>
          </p:cNvSpPr>
          <p:nvPr>
            <p:ph type="body" idx="1"/>
          </p:nvPr>
        </p:nvSpPr>
        <p:spPr>
          <a:xfrm>
            <a:off x="1191818" y="4534340"/>
            <a:ext cx="12824460" cy="2340222"/>
          </a:xfrm>
        </p:spPr>
        <p:txBody>
          <a:bodyPr anchor="b"/>
          <a:lstStyle>
            <a:lvl1pPr marL="0" indent="0">
              <a:buNone/>
              <a:defRPr sz="3120">
                <a:solidFill>
                  <a:schemeClr val="tx1">
                    <a:tint val="75000"/>
                  </a:schemeClr>
                </a:solidFill>
              </a:defRPr>
            </a:lvl1pPr>
            <a:lvl2pPr marL="712928" indent="0">
              <a:buNone/>
              <a:defRPr sz="2786">
                <a:solidFill>
                  <a:schemeClr val="tx1">
                    <a:tint val="75000"/>
                  </a:schemeClr>
                </a:solidFill>
              </a:defRPr>
            </a:lvl2pPr>
            <a:lvl3pPr marL="1425852" indent="0">
              <a:buNone/>
              <a:defRPr sz="2563">
                <a:solidFill>
                  <a:schemeClr val="tx1">
                    <a:tint val="75000"/>
                  </a:schemeClr>
                </a:solidFill>
              </a:defRPr>
            </a:lvl3pPr>
            <a:lvl4pPr marL="2138780" indent="0">
              <a:buNone/>
              <a:defRPr sz="2229">
                <a:solidFill>
                  <a:schemeClr val="tx1">
                    <a:tint val="75000"/>
                  </a:schemeClr>
                </a:solidFill>
              </a:defRPr>
            </a:lvl4pPr>
            <a:lvl5pPr marL="2851708" indent="0">
              <a:buNone/>
              <a:defRPr sz="2229">
                <a:solidFill>
                  <a:schemeClr val="tx1">
                    <a:tint val="75000"/>
                  </a:schemeClr>
                </a:solidFill>
              </a:defRPr>
            </a:lvl5pPr>
            <a:lvl6pPr marL="3564637" indent="0">
              <a:buNone/>
              <a:defRPr sz="2229">
                <a:solidFill>
                  <a:schemeClr val="tx1">
                    <a:tint val="75000"/>
                  </a:schemeClr>
                </a:solidFill>
              </a:defRPr>
            </a:lvl6pPr>
            <a:lvl7pPr marL="4277562" indent="0">
              <a:buNone/>
              <a:defRPr sz="2229">
                <a:solidFill>
                  <a:schemeClr val="tx1">
                    <a:tint val="75000"/>
                  </a:schemeClr>
                </a:solidFill>
              </a:defRPr>
            </a:lvl7pPr>
            <a:lvl8pPr marL="4990490" indent="0">
              <a:buNone/>
              <a:defRPr sz="2229">
                <a:solidFill>
                  <a:schemeClr val="tx1">
                    <a:tint val="75000"/>
                  </a:schemeClr>
                </a:solidFill>
              </a:defRPr>
            </a:lvl8pPr>
            <a:lvl9pPr marL="5703415" indent="0">
              <a:buNone/>
              <a:defRPr sz="2229">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D0733536-B233-4BC2-83DB-4E5622BAA258}" type="datetimeFigureOut">
              <a:rPr lang="en-GB" smtClean="0"/>
              <a:pPr/>
              <a:t>14/04/2026</a:t>
            </a:fld>
            <a:endParaRPr lang="en-GB"/>
          </a:p>
        </p:txBody>
      </p:sp>
      <p:sp>
        <p:nvSpPr>
          <p:cNvPr id="5" name="Footer Placeholder 4"/>
          <p:cNvSpPr>
            <a:spLocks noGrp="1"/>
          </p:cNvSpPr>
          <p:nvPr>
            <p:ph type="ftr" sz="quarter" idx="11"/>
          </p:nvPr>
        </p:nvSpPr>
        <p:spPr/>
        <p:txBody>
          <a:bodyPr/>
          <a:lstStyle/>
          <a:p>
            <a:endParaRPr lang="en-GB"/>
          </a:p>
        </p:txBody>
      </p:sp>
      <p:sp>
        <p:nvSpPr>
          <p:cNvPr id="6" name="Slide Number Placeholder 5"/>
          <p:cNvSpPr>
            <a:spLocks noGrp="1"/>
          </p:cNvSpPr>
          <p:nvPr>
            <p:ph type="sldNum" sz="quarter" idx="12"/>
          </p:nvPr>
        </p:nvSpPr>
        <p:spPr/>
        <p:txBody>
          <a:bodyPr/>
          <a:lstStyle/>
          <a:p>
            <a:fld id="{CACD2470-5615-49D2-A134-05F7505E0DB3}" type="slidenum">
              <a:rPr lang="en-GB" smtClean="0"/>
              <a:pPr/>
              <a:t>‹#›</a:t>
            </a:fld>
            <a:endParaRPr lang="en-GB"/>
          </a:p>
        </p:txBody>
      </p:sp>
    </p:spTree>
    <p:extLst>
      <p:ext uri="{BB962C8B-B14F-4D97-AF65-F5344CB8AC3E}">
        <p14:creationId xmlns:p14="http://schemas.microsoft.com/office/powerpoint/2010/main" val="4173611287"/>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GB"/>
          </a:p>
        </p:txBody>
      </p:sp>
      <p:sp>
        <p:nvSpPr>
          <p:cNvPr id="3" name="Content Placeholder 2"/>
          <p:cNvSpPr>
            <a:spLocks noGrp="1"/>
          </p:cNvSpPr>
          <p:nvPr>
            <p:ph sz="half" idx="1"/>
          </p:nvPr>
        </p:nvSpPr>
        <p:spPr>
          <a:xfrm>
            <a:off x="2498890" y="15581678"/>
            <a:ext cx="22356368" cy="44070487"/>
          </a:xfrm>
        </p:spPr>
        <p:txBody>
          <a:bodyPr/>
          <a:lstStyle>
            <a:lvl1pPr>
              <a:defRPr sz="4346"/>
            </a:lvl1pPr>
            <a:lvl2pPr>
              <a:defRPr sz="3677"/>
            </a:lvl2pPr>
            <a:lvl3pPr>
              <a:defRPr sz="3120"/>
            </a:lvl3pPr>
            <a:lvl4pPr>
              <a:defRPr sz="2786"/>
            </a:lvl4pPr>
            <a:lvl5pPr>
              <a:defRPr sz="2786"/>
            </a:lvl5pPr>
            <a:lvl6pPr>
              <a:defRPr sz="2786"/>
            </a:lvl6pPr>
            <a:lvl7pPr>
              <a:defRPr sz="2786"/>
            </a:lvl7pPr>
            <a:lvl8pPr>
              <a:defRPr sz="2786"/>
            </a:lvl8pPr>
            <a:lvl9pPr>
              <a:defRPr sz="2786"/>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4" name="Content Placeholder 3"/>
          <p:cNvSpPr>
            <a:spLocks noGrp="1"/>
          </p:cNvSpPr>
          <p:nvPr>
            <p:ph sz="half" idx="2"/>
          </p:nvPr>
        </p:nvSpPr>
        <p:spPr>
          <a:xfrm>
            <a:off x="25106710" y="15581678"/>
            <a:ext cx="22356365" cy="44070487"/>
          </a:xfrm>
        </p:spPr>
        <p:txBody>
          <a:bodyPr/>
          <a:lstStyle>
            <a:lvl1pPr>
              <a:defRPr sz="4346"/>
            </a:lvl1pPr>
            <a:lvl2pPr>
              <a:defRPr sz="3677"/>
            </a:lvl2pPr>
            <a:lvl3pPr>
              <a:defRPr sz="3120"/>
            </a:lvl3pPr>
            <a:lvl4pPr>
              <a:defRPr sz="2786"/>
            </a:lvl4pPr>
            <a:lvl5pPr>
              <a:defRPr sz="2786"/>
            </a:lvl5pPr>
            <a:lvl6pPr>
              <a:defRPr sz="2786"/>
            </a:lvl6pPr>
            <a:lvl7pPr>
              <a:defRPr sz="2786"/>
            </a:lvl7pPr>
            <a:lvl8pPr>
              <a:defRPr sz="2786"/>
            </a:lvl8pPr>
            <a:lvl9pPr>
              <a:defRPr sz="2786"/>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5" name="Date Placeholder 4"/>
          <p:cNvSpPr>
            <a:spLocks noGrp="1"/>
          </p:cNvSpPr>
          <p:nvPr>
            <p:ph type="dt" sz="half" idx="10"/>
          </p:nvPr>
        </p:nvSpPr>
        <p:spPr/>
        <p:txBody>
          <a:bodyPr/>
          <a:lstStyle/>
          <a:p>
            <a:fld id="{D0733536-B233-4BC2-83DB-4E5622BAA258}" type="datetimeFigureOut">
              <a:rPr lang="en-GB" smtClean="0"/>
              <a:pPr/>
              <a:t>14/04/2026</a:t>
            </a:fld>
            <a:endParaRPr lang="en-GB"/>
          </a:p>
        </p:txBody>
      </p:sp>
      <p:sp>
        <p:nvSpPr>
          <p:cNvPr id="6" name="Footer Placeholder 5"/>
          <p:cNvSpPr>
            <a:spLocks noGrp="1"/>
          </p:cNvSpPr>
          <p:nvPr>
            <p:ph type="ftr" sz="quarter" idx="11"/>
          </p:nvPr>
        </p:nvSpPr>
        <p:spPr/>
        <p:txBody>
          <a:bodyPr/>
          <a:lstStyle/>
          <a:p>
            <a:endParaRPr lang="en-GB"/>
          </a:p>
        </p:txBody>
      </p:sp>
      <p:sp>
        <p:nvSpPr>
          <p:cNvPr id="7" name="Slide Number Placeholder 6"/>
          <p:cNvSpPr>
            <a:spLocks noGrp="1"/>
          </p:cNvSpPr>
          <p:nvPr>
            <p:ph type="sldNum" sz="quarter" idx="12"/>
          </p:nvPr>
        </p:nvSpPr>
        <p:spPr/>
        <p:txBody>
          <a:bodyPr/>
          <a:lstStyle/>
          <a:p>
            <a:fld id="{CACD2470-5615-49D2-A134-05F7505E0DB3}" type="slidenum">
              <a:rPr lang="en-GB" smtClean="0"/>
              <a:pPr/>
              <a:t>‹#›</a:t>
            </a:fld>
            <a:endParaRPr lang="en-GB"/>
          </a:p>
        </p:txBody>
      </p:sp>
    </p:spTree>
    <p:extLst>
      <p:ext uri="{BB962C8B-B14F-4D97-AF65-F5344CB8AC3E}">
        <p14:creationId xmlns:p14="http://schemas.microsoft.com/office/powerpoint/2010/main" val="785637355"/>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754380" y="428423"/>
            <a:ext cx="13578840" cy="1783027"/>
          </a:xfrm>
        </p:spPr>
        <p:txBody>
          <a:bodyPr/>
          <a:lstStyle>
            <a:lvl1pPr>
              <a:defRPr/>
            </a:lvl1pPr>
          </a:lstStyle>
          <a:p>
            <a:r>
              <a:rPr lang="en-US"/>
              <a:t>Click to edit Master title style</a:t>
            </a:r>
            <a:endParaRPr lang="en-GB"/>
          </a:p>
        </p:txBody>
      </p:sp>
      <p:sp>
        <p:nvSpPr>
          <p:cNvPr id="3" name="Text Placeholder 2"/>
          <p:cNvSpPr>
            <a:spLocks noGrp="1"/>
          </p:cNvSpPr>
          <p:nvPr>
            <p:ph type="body" idx="1"/>
          </p:nvPr>
        </p:nvSpPr>
        <p:spPr>
          <a:xfrm>
            <a:off x="754383" y="2394709"/>
            <a:ext cx="6666310" cy="997999"/>
          </a:xfrm>
        </p:spPr>
        <p:txBody>
          <a:bodyPr anchor="b"/>
          <a:lstStyle>
            <a:lvl1pPr marL="0" indent="0">
              <a:buNone/>
              <a:defRPr sz="3677" b="1"/>
            </a:lvl1pPr>
            <a:lvl2pPr marL="712928" indent="0">
              <a:buNone/>
              <a:defRPr sz="3120" b="1"/>
            </a:lvl2pPr>
            <a:lvl3pPr marL="1425852" indent="0">
              <a:buNone/>
              <a:defRPr sz="2786" b="1"/>
            </a:lvl3pPr>
            <a:lvl4pPr marL="2138780" indent="0">
              <a:buNone/>
              <a:defRPr sz="2563" b="1"/>
            </a:lvl4pPr>
            <a:lvl5pPr marL="2851708" indent="0">
              <a:buNone/>
              <a:defRPr sz="2563" b="1"/>
            </a:lvl5pPr>
            <a:lvl6pPr marL="3564637" indent="0">
              <a:buNone/>
              <a:defRPr sz="2563" b="1"/>
            </a:lvl6pPr>
            <a:lvl7pPr marL="4277562" indent="0">
              <a:buNone/>
              <a:defRPr sz="2563" b="1"/>
            </a:lvl7pPr>
            <a:lvl8pPr marL="4990490" indent="0">
              <a:buNone/>
              <a:defRPr sz="2563" b="1"/>
            </a:lvl8pPr>
            <a:lvl9pPr marL="5703415" indent="0">
              <a:buNone/>
              <a:defRPr sz="2563" b="1"/>
            </a:lvl9pPr>
          </a:lstStyle>
          <a:p>
            <a:pPr lvl="0"/>
            <a:r>
              <a:rPr lang="en-US"/>
              <a:t>Click to edit Master text styles</a:t>
            </a:r>
          </a:p>
        </p:txBody>
      </p:sp>
      <p:sp>
        <p:nvSpPr>
          <p:cNvPr id="4" name="Content Placeholder 3"/>
          <p:cNvSpPr>
            <a:spLocks noGrp="1"/>
          </p:cNvSpPr>
          <p:nvPr>
            <p:ph sz="half" idx="2"/>
          </p:nvPr>
        </p:nvSpPr>
        <p:spPr>
          <a:xfrm>
            <a:off x="754383" y="3392704"/>
            <a:ext cx="6666310" cy="6163828"/>
          </a:xfrm>
        </p:spPr>
        <p:txBody>
          <a:bodyPr/>
          <a:lstStyle>
            <a:lvl1pPr>
              <a:defRPr sz="3677"/>
            </a:lvl1pPr>
            <a:lvl2pPr>
              <a:defRPr sz="3120"/>
            </a:lvl2pPr>
            <a:lvl3pPr>
              <a:defRPr sz="2786"/>
            </a:lvl3pPr>
            <a:lvl4pPr>
              <a:defRPr sz="2563"/>
            </a:lvl4pPr>
            <a:lvl5pPr>
              <a:defRPr sz="2563"/>
            </a:lvl5pPr>
            <a:lvl6pPr>
              <a:defRPr sz="2563"/>
            </a:lvl6pPr>
            <a:lvl7pPr>
              <a:defRPr sz="2563"/>
            </a:lvl7pPr>
            <a:lvl8pPr>
              <a:defRPr sz="2563"/>
            </a:lvl8pPr>
            <a:lvl9pPr>
              <a:defRPr sz="2563"/>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5" name="Text Placeholder 4"/>
          <p:cNvSpPr>
            <a:spLocks noGrp="1"/>
          </p:cNvSpPr>
          <p:nvPr>
            <p:ph type="body" sz="quarter" idx="3"/>
          </p:nvPr>
        </p:nvSpPr>
        <p:spPr>
          <a:xfrm>
            <a:off x="7664296" y="2394709"/>
            <a:ext cx="6668927" cy="997999"/>
          </a:xfrm>
        </p:spPr>
        <p:txBody>
          <a:bodyPr anchor="b"/>
          <a:lstStyle>
            <a:lvl1pPr marL="0" indent="0">
              <a:buNone/>
              <a:defRPr sz="3677" b="1"/>
            </a:lvl1pPr>
            <a:lvl2pPr marL="712928" indent="0">
              <a:buNone/>
              <a:defRPr sz="3120" b="1"/>
            </a:lvl2pPr>
            <a:lvl3pPr marL="1425852" indent="0">
              <a:buNone/>
              <a:defRPr sz="2786" b="1"/>
            </a:lvl3pPr>
            <a:lvl4pPr marL="2138780" indent="0">
              <a:buNone/>
              <a:defRPr sz="2563" b="1"/>
            </a:lvl4pPr>
            <a:lvl5pPr marL="2851708" indent="0">
              <a:buNone/>
              <a:defRPr sz="2563" b="1"/>
            </a:lvl5pPr>
            <a:lvl6pPr marL="3564637" indent="0">
              <a:buNone/>
              <a:defRPr sz="2563" b="1"/>
            </a:lvl6pPr>
            <a:lvl7pPr marL="4277562" indent="0">
              <a:buNone/>
              <a:defRPr sz="2563" b="1"/>
            </a:lvl7pPr>
            <a:lvl8pPr marL="4990490" indent="0">
              <a:buNone/>
              <a:defRPr sz="2563" b="1"/>
            </a:lvl8pPr>
            <a:lvl9pPr marL="5703415" indent="0">
              <a:buNone/>
              <a:defRPr sz="2563" b="1"/>
            </a:lvl9pPr>
          </a:lstStyle>
          <a:p>
            <a:pPr lvl="0"/>
            <a:r>
              <a:rPr lang="en-US"/>
              <a:t>Click to edit Master text styles</a:t>
            </a:r>
          </a:p>
        </p:txBody>
      </p:sp>
      <p:sp>
        <p:nvSpPr>
          <p:cNvPr id="6" name="Content Placeholder 5"/>
          <p:cNvSpPr>
            <a:spLocks noGrp="1"/>
          </p:cNvSpPr>
          <p:nvPr>
            <p:ph sz="quarter" idx="4"/>
          </p:nvPr>
        </p:nvSpPr>
        <p:spPr>
          <a:xfrm>
            <a:off x="7664296" y="3392704"/>
            <a:ext cx="6668927" cy="6163828"/>
          </a:xfrm>
        </p:spPr>
        <p:txBody>
          <a:bodyPr/>
          <a:lstStyle>
            <a:lvl1pPr>
              <a:defRPr sz="3677"/>
            </a:lvl1pPr>
            <a:lvl2pPr>
              <a:defRPr sz="3120"/>
            </a:lvl2pPr>
            <a:lvl3pPr>
              <a:defRPr sz="2786"/>
            </a:lvl3pPr>
            <a:lvl4pPr>
              <a:defRPr sz="2563"/>
            </a:lvl4pPr>
            <a:lvl5pPr>
              <a:defRPr sz="2563"/>
            </a:lvl5pPr>
            <a:lvl6pPr>
              <a:defRPr sz="2563"/>
            </a:lvl6pPr>
            <a:lvl7pPr>
              <a:defRPr sz="2563"/>
            </a:lvl7pPr>
            <a:lvl8pPr>
              <a:defRPr sz="2563"/>
            </a:lvl8pPr>
            <a:lvl9pPr>
              <a:defRPr sz="2563"/>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7" name="Date Placeholder 6"/>
          <p:cNvSpPr>
            <a:spLocks noGrp="1"/>
          </p:cNvSpPr>
          <p:nvPr>
            <p:ph type="dt" sz="half" idx="10"/>
          </p:nvPr>
        </p:nvSpPr>
        <p:spPr/>
        <p:txBody>
          <a:bodyPr/>
          <a:lstStyle/>
          <a:p>
            <a:fld id="{D0733536-B233-4BC2-83DB-4E5622BAA258}" type="datetimeFigureOut">
              <a:rPr lang="en-GB" smtClean="0"/>
              <a:pPr/>
              <a:t>14/04/2026</a:t>
            </a:fld>
            <a:endParaRPr lang="en-GB"/>
          </a:p>
        </p:txBody>
      </p:sp>
      <p:sp>
        <p:nvSpPr>
          <p:cNvPr id="8" name="Footer Placeholder 7"/>
          <p:cNvSpPr>
            <a:spLocks noGrp="1"/>
          </p:cNvSpPr>
          <p:nvPr>
            <p:ph type="ftr" sz="quarter" idx="11"/>
          </p:nvPr>
        </p:nvSpPr>
        <p:spPr/>
        <p:txBody>
          <a:bodyPr/>
          <a:lstStyle/>
          <a:p>
            <a:endParaRPr lang="en-GB"/>
          </a:p>
        </p:txBody>
      </p:sp>
      <p:sp>
        <p:nvSpPr>
          <p:cNvPr id="9" name="Slide Number Placeholder 8"/>
          <p:cNvSpPr>
            <a:spLocks noGrp="1"/>
          </p:cNvSpPr>
          <p:nvPr>
            <p:ph type="sldNum" sz="quarter" idx="12"/>
          </p:nvPr>
        </p:nvSpPr>
        <p:spPr/>
        <p:txBody>
          <a:bodyPr/>
          <a:lstStyle/>
          <a:p>
            <a:fld id="{CACD2470-5615-49D2-A134-05F7505E0DB3}" type="slidenum">
              <a:rPr lang="en-GB" smtClean="0"/>
              <a:pPr/>
              <a:t>‹#›</a:t>
            </a:fld>
            <a:endParaRPr lang="en-GB"/>
          </a:p>
        </p:txBody>
      </p:sp>
    </p:spTree>
    <p:extLst>
      <p:ext uri="{BB962C8B-B14F-4D97-AF65-F5344CB8AC3E}">
        <p14:creationId xmlns:p14="http://schemas.microsoft.com/office/powerpoint/2010/main" val="2315617055"/>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GB"/>
          </a:p>
        </p:txBody>
      </p:sp>
      <p:sp>
        <p:nvSpPr>
          <p:cNvPr id="3" name="Date Placeholder 2"/>
          <p:cNvSpPr>
            <a:spLocks noGrp="1"/>
          </p:cNvSpPr>
          <p:nvPr>
            <p:ph type="dt" sz="half" idx="10"/>
          </p:nvPr>
        </p:nvSpPr>
        <p:spPr/>
        <p:txBody>
          <a:bodyPr/>
          <a:lstStyle/>
          <a:p>
            <a:fld id="{D0733536-B233-4BC2-83DB-4E5622BAA258}" type="datetimeFigureOut">
              <a:rPr lang="en-GB" smtClean="0"/>
              <a:pPr/>
              <a:t>14/04/2026</a:t>
            </a:fld>
            <a:endParaRPr lang="en-GB"/>
          </a:p>
        </p:txBody>
      </p:sp>
      <p:sp>
        <p:nvSpPr>
          <p:cNvPr id="4" name="Footer Placeholder 3"/>
          <p:cNvSpPr>
            <a:spLocks noGrp="1"/>
          </p:cNvSpPr>
          <p:nvPr>
            <p:ph type="ftr" sz="quarter" idx="11"/>
          </p:nvPr>
        </p:nvSpPr>
        <p:spPr/>
        <p:txBody>
          <a:bodyPr/>
          <a:lstStyle/>
          <a:p>
            <a:endParaRPr lang="en-GB"/>
          </a:p>
        </p:txBody>
      </p:sp>
      <p:sp>
        <p:nvSpPr>
          <p:cNvPr id="5" name="Slide Number Placeholder 4"/>
          <p:cNvSpPr>
            <a:spLocks noGrp="1"/>
          </p:cNvSpPr>
          <p:nvPr>
            <p:ph type="sldNum" sz="quarter" idx="12"/>
          </p:nvPr>
        </p:nvSpPr>
        <p:spPr/>
        <p:txBody>
          <a:bodyPr/>
          <a:lstStyle/>
          <a:p>
            <a:fld id="{CACD2470-5615-49D2-A134-05F7505E0DB3}" type="slidenum">
              <a:rPr lang="en-GB" smtClean="0"/>
              <a:pPr/>
              <a:t>‹#›</a:t>
            </a:fld>
            <a:endParaRPr lang="en-GB"/>
          </a:p>
        </p:txBody>
      </p:sp>
    </p:spTree>
    <p:extLst>
      <p:ext uri="{BB962C8B-B14F-4D97-AF65-F5344CB8AC3E}">
        <p14:creationId xmlns:p14="http://schemas.microsoft.com/office/powerpoint/2010/main" val="1836381857"/>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D0733536-B233-4BC2-83DB-4E5622BAA258}" type="datetimeFigureOut">
              <a:rPr lang="en-GB" smtClean="0"/>
              <a:pPr/>
              <a:t>14/04/2026</a:t>
            </a:fld>
            <a:endParaRPr lang="en-GB"/>
          </a:p>
        </p:txBody>
      </p:sp>
      <p:sp>
        <p:nvSpPr>
          <p:cNvPr id="3" name="Footer Placeholder 2"/>
          <p:cNvSpPr>
            <a:spLocks noGrp="1"/>
          </p:cNvSpPr>
          <p:nvPr>
            <p:ph type="ftr" sz="quarter" idx="11"/>
          </p:nvPr>
        </p:nvSpPr>
        <p:spPr/>
        <p:txBody>
          <a:bodyPr/>
          <a:lstStyle/>
          <a:p>
            <a:endParaRPr lang="en-GB"/>
          </a:p>
        </p:txBody>
      </p:sp>
      <p:sp>
        <p:nvSpPr>
          <p:cNvPr id="4" name="Slide Number Placeholder 3"/>
          <p:cNvSpPr>
            <a:spLocks noGrp="1"/>
          </p:cNvSpPr>
          <p:nvPr>
            <p:ph type="sldNum" sz="quarter" idx="12"/>
          </p:nvPr>
        </p:nvSpPr>
        <p:spPr/>
        <p:txBody>
          <a:bodyPr/>
          <a:lstStyle/>
          <a:p>
            <a:fld id="{CACD2470-5615-49D2-A134-05F7505E0DB3}" type="slidenum">
              <a:rPr lang="en-GB" smtClean="0"/>
              <a:pPr/>
              <a:t>‹#›</a:t>
            </a:fld>
            <a:endParaRPr lang="en-GB"/>
          </a:p>
        </p:txBody>
      </p:sp>
    </p:spTree>
    <p:extLst>
      <p:ext uri="{BB962C8B-B14F-4D97-AF65-F5344CB8AC3E}">
        <p14:creationId xmlns:p14="http://schemas.microsoft.com/office/powerpoint/2010/main" val="2781301240"/>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754383" y="425946"/>
            <a:ext cx="4963718" cy="1812744"/>
          </a:xfrm>
        </p:spPr>
        <p:txBody>
          <a:bodyPr anchor="b"/>
          <a:lstStyle>
            <a:lvl1pPr algn="l">
              <a:defRPr sz="3120" b="1"/>
            </a:lvl1pPr>
          </a:lstStyle>
          <a:p>
            <a:r>
              <a:rPr lang="en-US"/>
              <a:t>Click to edit Master title style</a:t>
            </a:r>
            <a:endParaRPr lang="en-GB"/>
          </a:p>
        </p:txBody>
      </p:sp>
      <p:sp>
        <p:nvSpPr>
          <p:cNvPr id="3" name="Content Placeholder 2"/>
          <p:cNvSpPr>
            <a:spLocks noGrp="1"/>
          </p:cNvSpPr>
          <p:nvPr>
            <p:ph idx="1"/>
          </p:nvPr>
        </p:nvSpPr>
        <p:spPr>
          <a:xfrm>
            <a:off x="5898837" y="425947"/>
            <a:ext cx="8434386" cy="9130587"/>
          </a:xfrm>
        </p:spPr>
        <p:txBody>
          <a:bodyPr/>
          <a:lstStyle>
            <a:lvl1pPr>
              <a:defRPr sz="4903"/>
            </a:lvl1pPr>
            <a:lvl2pPr>
              <a:defRPr sz="4346"/>
            </a:lvl2pPr>
            <a:lvl3pPr>
              <a:defRPr sz="3677"/>
            </a:lvl3pPr>
            <a:lvl4pPr>
              <a:defRPr sz="3120"/>
            </a:lvl4pPr>
            <a:lvl5pPr>
              <a:defRPr sz="3120"/>
            </a:lvl5pPr>
            <a:lvl6pPr>
              <a:defRPr sz="3120"/>
            </a:lvl6pPr>
            <a:lvl7pPr>
              <a:defRPr sz="3120"/>
            </a:lvl7pPr>
            <a:lvl8pPr>
              <a:defRPr sz="3120"/>
            </a:lvl8pPr>
            <a:lvl9pPr>
              <a:defRPr sz="312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4" name="Text Placeholder 3"/>
          <p:cNvSpPr>
            <a:spLocks noGrp="1"/>
          </p:cNvSpPr>
          <p:nvPr>
            <p:ph type="body" sz="half" idx="2"/>
          </p:nvPr>
        </p:nvSpPr>
        <p:spPr>
          <a:xfrm>
            <a:off x="754383" y="2238692"/>
            <a:ext cx="4963718" cy="7317841"/>
          </a:xfrm>
        </p:spPr>
        <p:txBody>
          <a:bodyPr/>
          <a:lstStyle>
            <a:lvl1pPr marL="0" indent="0">
              <a:buNone/>
              <a:defRPr sz="2229"/>
            </a:lvl1pPr>
            <a:lvl2pPr marL="712928" indent="0">
              <a:buNone/>
              <a:defRPr sz="1894"/>
            </a:lvl2pPr>
            <a:lvl3pPr marL="1425852" indent="0">
              <a:buNone/>
              <a:defRPr sz="1671"/>
            </a:lvl3pPr>
            <a:lvl4pPr marL="2138780" indent="0">
              <a:buNone/>
              <a:defRPr sz="1337"/>
            </a:lvl4pPr>
            <a:lvl5pPr marL="2851708" indent="0">
              <a:buNone/>
              <a:defRPr sz="1337"/>
            </a:lvl5pPr>
            <a:lvl6pPr marL="3564637" indent="0">
              <a:buNone/>
              <a:defRPr sz="1337"/>
            </a:lvl6pPr>
            <a:lvl7pPr marL="4277562" indent="0">
              <a:buNone/>
              <a:defRPr sz="1337"/>
            </a:lvl7pPr>
            <a:lvl8pPr marL="4990490" indent="0">
              <a:buNone/>
              <a:defRPr sz="1337"/>
            </a:lvl8pPr>
            <a:lvl9pPr marL="5703415" indent="0">
              <a:buNone/>
              <a:defRPr sz="1337"/>
            </a:lvl9pPr>
          </a:lstStyle>
          <a:p>
            <a:pPr lvl="0"/>
            <a:r>
              <a:rPr lang="en-US"/>
              <a:t>Click to edit Master text styles</a:t>
            </a:r>
          </a:p>
        </p:txBody>
      </p:sp>
      <p:sp>
        <p:nvSpPr>
          <p:cNvPr id="5" name="Date Placeholder 4"/>
          <p:cNvSpPr>
            <a:spLocks noGrp="1"/>
          </p:cNvSpPr>
          <p:nvPr>
            <p:ph type="dt" sz="half" idx="10"/>
          </p:nvPr>
        </p:nvSpPr>
        <p:spPr/>
        <p:txBody>
          <a:bodyPr/>
          <a:lstStyle/>
          <a:p>
            <a:fld id="{D0733536-B233-4BC2-83DB-4E5622BAA258}" type="datetimeFigureOut">
              <a:rPr lang="en-GB" smtClean="0"/>
              <a:pPr/>
              <a:t>14/04/2026</a:t>
            </a:fld>
            <a:endParaRPr lang="en-GB"/>
          </a:p>
        </p:txBody>
      </p:sp>
      <p:sp>
        <p:nvSpPr>
          <p:cNvPr id="6" name="Footer Placeholder 5"/>
          <p:cNvSpPr>
            <a:spLocks noGrp="1"/>
          </p:cNvSpPr>
          <p:nvPr>
            <p:ph type="ftr" sz="quarter" idx="11"/>
          </p:nvPr>
        </p:nvSpPr>
        <p:spPr/>
        <p:txBody>
          <a:bodyPr/>
          <a:lstStyle/>
          <a:p>
            <a:endParaRPr lang="en-GB"/>
          </a:p>
        </p:txBody>
      </p:sp>
      <p:sp>
        <p:nvSpPr>
          <p:cNvPr id="7" name="Slide Number Placeholder 6"/>
          <p:cNvSpPr>
            <a:spLocks noGrp="1"/>
          </p:cNvSpPr>
          <p:nvPr>
            <p:ph type="sldNum" sz="quarter" idx="12"/>
          </p:nvPr>
        </p:nvSpPr>
        <p:spPr/>
        <p:txBody>
          <a:bodyPr/>
          <a:lstStyle/>
          <a:p>
            <a:fld id="{CACD2470-5615-49D2-A134-05F7505E0DB3}" type="slidenum">
              <a:rPr lang="en-GB" smtClean="0"/>
              <a:pPr/>
              <a:t>‹#›</a:t>
            </a:fld>
            <a:endParaRPr lang="en-GB"/>
          </a:p>
        </p:txBody>
      </p:sp>
    </p:spTree>
    <p:extLst>
      <p:ext uri="{BB962C8B-B14F-4D97-AF65-F5344CB8AC3E}">
        <p14:creationId xmlns:p14="http://schemas.microsoft.com/office/powerpoint/2010/main" val="3843468746"/>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2957275" y="7488715"/>
            <a:ext cx="9052560" cy="884087"/>
          </a:xfrm>
        </p:spPr>
        <p:txBody>
          <a:bodyPr anchor="b"/>
          <a:lstStyle>
            <a:lvl1pPr algn="l">
              <a:defRPr sz="3120" b="1"/>
            </a:lvl1pPr>
          </a:lstStyle>
          <a:p>
            <a:r>
              <a:rPr lang="en-US"/>
              <a:t>Click to edit Master title style</a:t>
            </a:r>
            <a:endParaRPr lang="en-GB"/>
          </a:p>
        </p:txBody>
      </p:sp>
      <p:sp>
        <p:nvSpPr>
          <p:cNvPr id="3" name="Picture Placeholder 2"/>
          <p:cNvSpPr>
            <a:spLocks noGrp="1"/>
          </p:cNvSpPr>
          <p:nvPr>
            <p:ph type="pic" idx="1"/>
          </p:nvPr>
        </p:nvSpPr>
        <p:spPr>
          <a:xfrm>
            <a:off x="2957275" y="955901"/>
            <a:ext cx="9052560" cy="6418898"/>
          </a:xfrm>
        </p:spPr>
        <p:txBody>
          <a:bodyPr/>
          <a:lstStyle>
            <a:lvl1pPr marL="0" indent="0">
              <a:buNone/>
              <a:defRPr sz="4903"/>
            </a:lvl1pPr>
            <a:lvl2pPr marL="712928" indent="0">
              <a:buNone/>
              <a:defRPr sz="4346"/>
            </a:lvl2pPr>
            <a:lvl3pPr marL="1425852" indent="0">
              <a:buNone/>
              <a:defRPr sz="3677"/>
            </a:lvl3pPr>
            <a:lvl4pPr marL="2138780" indent="0">
              <a:buNone/>
              <a:defRPr sz="3120"/>
            </a:lvl4pPr>
            <a:lvl5pPr marL="2851708" indent="0">
              <a:buNone/>
              <a:defRPr sz="3120"/>
            </a:lvl5pPr>
            <a:lvl6pPr marL="3564637" indent="0">
              <a:buNone/>
              <a:defRPr sz="3120"/>
            </a:lvl6pPr>
            <a:lvl7pPr marL="4277562" indent="0">
              <a:buNone/>
              <a:defRPr sz="3120"/>
            </a:lvl7pPr>
            <a:lvl8pPr marL="4990490" indent="0">
              <a:buNone/>
              <a:defRPr sz="3120"/>
            </a:lvl8pPr>
            <a:lvl9pPr marL="5703415" indent="0">
              <a:buNone/>
              <a:defRPr sz="3120"/>
            </a:lvl9pPr>
          </a:lstStyle>
          <a:p>
            <a:endParaRPr lang="en-GB"/>
          </a:p>
        </p:txBody>
      </p:sp>
      <p:sp>
        <p:nvSpPr>
          <p:cNvPr id="4" name="Text Placeholder 3"/>
          <p:cNvSpPr>
            <a:spLocks noGrp="1"/>
          </p:cNvSpPr>
          <p:nvPr>
            <p:ph type="body" sz="half" idx="2"/>
          </p:nvPr>
        </p:nvSpPr>
        <p:spPr>
          <a:xfrm>
            <a:off x="2957275" y="8372802"/>
            <a:ext cx="9052560" cy="1255546"/>
          </a:xfrm>
        </p:spPr>
        <p:txBody>
          <a:bodyPr/>
          <a:lstStyle>
            <a:lvl1pPr marL="0" indent="0">
              <a:buNone/>
              <a:defRPr sz="2229"/>
            </a:lvl1pPr>
            <a:lvl2pPr marL="712928" indent="0">
              <a:buNone/>
              <a:defRPr sz="1894"/>
            </a:lvl2pPr>
            <a:lvl3pPr marL="1425852" indent="0">
              <a:buNone/>
              <a:defRPr sz="1671"/>
            </a:lvl3pPr>
            <a:lvl4pPr marL="2138780" indent="0">
              <a:buNone/>
              <a:defRPr sz="1337"/>
            </a:lvl4pPr>
            <a:lvl5pPr marL="2851708" indent="0">
              <a:buNone/>
              <a:defRPr sz="1337"/>
            </a:lvl5pPr>
            <a:lvl6pPr marL="3564637" indent="0">
              <a:buNone/>
              <a:defRPr sz="1337"/>
            </a:lvl6pPr>
            <a:lvl7pPr marL="4277562" indent="0">
              <a:buNone/>
              <a:defRPr sz="1337"/>
            </a:lvl7pPr>
            <a:lvl8pPr marL="4990490" indent="0">
              <a:buNone/>
              <a:defRPr sz="1337"/>
            </a:lvl8pPr>
            <a:lvl9pPr marL="5703415" indent="0">
              <a:buNone/>
              <a:defRPr sz="1337"/>
            </a:lvl9pPr>
          </a:lstStyle>
          <a:p>
            <a:pPr lvl="0"/>
            <a:r>
              <a:rPr lang="en-US"/>
              <a:t>Click to edit Master text styles</a:t>
            </a:r>
          </a:p>
        </p:txBody>
      </p:sp>
      <p:sp>
        <p:nvSpPr>
          <p:cNvPr id="5" name="Date Placeholder 4"/>
          <p:cNvSpPr>
            <a:spLocks noGrp="1"/>
          </p:cNvSpPr>
          <p:nvPr>
            <p:ph type="dt" sz="half" idx="10"/>
          </p:nvPr>
        </p:nvSpPr>
        <p:spPr/>
        <p:txBody>
          <a:bodyPr/>
          <a:lstStyle/>
          <a:p>
            <a:fld id="{D0733536-B233-4BC2-83DB-4E5622BAA258}" type="datetimeFigureOut">
              <a:rPr lang="en-GB" smtClean="0"/>
              <a:pPr/>
              <a:t>14/04/2026</a:t>
            </a:fld>
            <a:endParaRPr lang="en-GB"/>
          </a:p>
        </p:txBody>
      </p:sp>
      <p:sp>
        <p:nvSpPr>
          <p:cNvPr id="6" name="Footer Placeholder 5"/>
          <p:cNvSpPr>
            <a:spLocks noGrp="1"/>
          </p:cNvSpPr>
          <p:nvPr>
            <p:ph type="ftr" sz="quarter" idx="11"/>
          </p:nvPr>
        </p:nvSpPr>
        <p:spPr/>
        <p:txBody>
          <a:bodyPr/>
          <a:lstStyle/>
          <a:p>
            <a:endParaRPr lang="en-GB"/>
          </a:p>
        </p:txBody>
      </p:sp>
      <p:sp>
        <p:nvSpPr>
          <p:cNvPr id="7" name="Slide Number Placeholder 6"/>
          <p:cNvSpPr>
            <a:spLocks noGrp="1"/>
          </p:cNvSpPr>
          <p:nvPr>
            <p:ph type="sldNum" sz="quarter" idx="12"/>
          </p:nvPr>
        </p:nvSpPr>
        <p:spPr/>
        <p:txBody>
          <a:bodyPr/>
          <a:lstStyle/>
          <a:p>
            <a:fld id="{CACD2470-5615-49D2-A134-05F7505E0DB3}" type="slidenum">
              <a:rPr lang="en-GB" smtClean="0"/>
              <a:pPr/>
              <a:t>‹#›</a:t>
            </a:fld>
            <a:endParaRPr lang="en-GB"/>
          </a:p>
        </p:txBody>
      </p:sp>
    </p:spTree>
    <p:extLst>
      <p:ext uri="{BB962C8B-B14F-4D97-AF65-F5344CB8AC3E}">
        <p14:creationId xmlns:p14="http://schemas.microsoft.com/office/powerpoint/2010/main" val="1974134708"/>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GB"/>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4" name="Date Placeholder 3"/>
          <p:cNvSpPr>
            <a:spLocks noGrp="1"/>
          </p:cNvSpPr>
          <p:nvPr>
            <p:ph type="dt" sz="half" idx="10"/>
          </p:nvPr>
        </p:nvSpPr>
        <p:spPr/>
        <p:txBody>
          <a:bodyPr/>
          <a:lstStyle/>
          <a:p>
            <a:fld id="{D0733536-B233-4BC2-83DB-4E5622BAA258}" type="datetimeFigureOut">
              <a:rPr lang="en-GB" smtClean="0"/>
              <a:pPr/>
              <a:t>14/04/2026</a:t>
            </a:fld>
            <a:endParaRPr lang="en-GB"/>
          </a:p>
        </p:txBody>
      </p:sp>
      <p:sp>
        <p:nvSpPr>
          <p:cNvPr id="5" name="Footer Placeholder 4"/>
          <p:cNvSpPr>
            <a:spLocks noGrp="1"/>
          </p:cNvSpPr>
          <p:nvPr>
            <p:ph type="ftr" sz="quarter" idx="11"/>
          </p:nvPr>
        </p:nvSpPr>
        <p:spPr/>
        <p:txBody>
          <a:bodyPr/>
          <a:lstStyle/>
          <a:p>
            <a:endParaRPr lang="en-GB"/>
          </a:p>
        </p:txBody>
      </p:sp>
      <p:sp>
        <p:nvSpPr>
          <p:cNvPr id="6" name="Slide Number Placeholder 5"/>
          <p:cNvSpPr>
            <a:spLocks noGrp="1"/>
          </p:cNvSpPr>
          <p:nvPr>
            <p:ph type="sldNum" sz="quarter" idx="12"/>
          </p:nvPr>
        </p:nvSpPr>
        <p:spPr/>
        <p:txBody>
          <a:bodyPr/>
          <a:lstStyle/>
          <a:p>
            <a:fld id="{CACD2470-5615-49D2-A134-05F7505E0DB3}" type="slidenum">
              <a:rPr lang="en-GB" smtClean="0"/>
              <a:pPr/>
              <a:t>‹#›</a:t>
            </a:fld>
            <a:endParaRPr lang="en-GB"/>
          </a:p>
        </p:txBody>
      </p:sp>
    </p:spTree>
    <p:extLst>
      <p:ext uri="{BB962C8B-B14F-4D97-AF65-F5344CB8AC3E}">
        <p14:creationId xmlns:p14="http://schemas.microsoft.com/office/powerpoint/2010/main" val="3208757456"/>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36223345" y="2674541"/>
            <a:ext cx="11239736" cy="56977624"/>
          </a:xfrm>
        </p:spPr>
        <p:txBody>
          <a:bodyPr vert="eaVert"/>
          <a:lstStyle/>
          <a:p>
            <a:r>
              <a:rPr lang="en-US"/>
              <a:t>Click to edit Master title style</a:t>
            </a:r>
            <a:endParaRPr lang="en-GB"/>
          </a:p>
        </p:txBody>
      </p:sp>
      <p:sp>
        <p:nvSpPr>
          <p:cNvPr id="3" name="Vertical Text Placeholder 2"/>
          <p:cNvSpPr>
            <a:spLocks noGrp="1"/>
          </p:cNvSpPr>
          <p:nvPr>
            <p:ph type="body" orient="vert" idx="1"/>
          </p:nvPr>
        </p:nvSpPr>
        <p:spPr>
          <a:xfrm>
            <a:off x="2498886" y="2674541"/>
            <a:ext cx="33472994" cy="56977624"/>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4" name="Date Placeholder 3"/>
          <p:cNvSpPr>
            <a:spLocks noGrp="1"/>
          </p:cNvSpPr>
          <p:nvPr>
            <p:ph type="dt" sz="half" idx="10"/>
          </p:nvPr>
        </p:nvSpPr>
        <p:spPr/>
        <p:txBody>
          <a:bodyPr/>
          <a:lstStyle/>
          <a:p>
            <a:fld id="{D0733536-B233-4BC2-83DB-4E5622BAA258}" type="datetimeFigureOut">
              <a:rPr lang="en-GB" smtClean="0"/>
              <a:pPr/>
              <a:t>14/04/2026</a:t>
            </a:fld>
            <a:endParaRPr lang="en-GB"/>
          </a:p>
        </p:txBody>
      </p:sp>
      <p:sp>
        <p:nvSpPr>
          <p:cNvPr id="5" name="Footer Placeholder 4"/>
          <p:cNvSpPr>
            <a:spLocks noGrp="1"/>
          </p:cNvSpPr>
          <p:nvPr>
            <p:ph type="ftr" sz="quarter" idx="11"/>
          </p:nvPr>
        </p:nvSpPr>
        <p:spPr/>
        <p:txBody>
          <a:bodyPr/>
          <a:lstStyle/>
          <a:p>
            <a:endParaRPr lang="en-GB"/>
          </a:p>
        </p:txBody>
      </p:sp>
      <p:sp>
        <p:nvSpPr>
          <p:cNvPr id="6" name="Slide Number Placeholder 5"/>
          <p:cNvSpPr>
            <a:spLocks noGrp="1"/>
          </p:cNvSpPr>
          <p:nvPr>
            <p:ph type="sldNum" sz="quarter" idx="12"/>
          </p:nvPr>
        </p:nvSpPr>
        <p:spPr/>
        <p:txBody>
          <a:bodyPr/>
          <a:lstStyle/>
          <a:p>
            <a:fld id="{CACD2470-5615-49D2-A134-05F7505E0DB3}" type="slidenum">
              <a:rPr lang="en-GB" smtClean="0"/>
              <a:pPr/>
              <a:t>‹#›</a:t>
            </a:fld>
            <a:endParaRPr lang="en-GB"/>
          </a:p>
        </p:txBody>
      </p:sp>
    </p:spTree>
    <p:extLst>
      <p:ext uri="{BB962C8B-B14F-4D97-AF65-F5344CB8AC3E}">
        <p14:creationId xmlns:p14="http://schemas.microsoft.com/office/powerpoint/2010/main" val="3772155033"/>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754380" y="428423"/>
            <a:ext cx="13578840" cy="1783027"/>
          </a:xfrm>
          <a:prstGeom prst="rect">
            <a:avLst/>
          </a:prstGeom>
        </p:spPr>
        <p:txBody>
          <a:bodyPr vert="horz" lIns="127957" tIns="63979" rIns="127957" bIns="63979" rtlCol="0" anchor="ctr">
            <a:normAutofit/>
          </a:bodyPr>
          <a:lstStyle/>
          <a:p>
            <a:r>
              <a:rPr lang="en-US"/>
              <a:t>Click to edit Master title style</a:t>
            </a:r>
            <a:endParaRPr lang="en-GB"/>
          </a:p>
        </p:txBody>
      </p:sp>
      <p:sp>
        <p:nvSpPr>
          <p:cNvPr id="3" name="Text Placeholder 2"/>
          <p:cNvSpPr>
            <a:spLocks noGrp="1"/>
          </p:cNvSpPr>
          <p:nvPr>
            <p:ph type="body" idx="1"/>
          </p:nvPr>
        </p:nvSpPr>
        <p:spPr>
          <a:xfrm>
            <a:off x="754380" y="2496240"/>
            <a:ext cx="13578840" cy="7060293"/>
          </a:xfrm>
          <a:prstGeom prst="rect">
            <a:avLst/>
          </a:prstGeom>
        </p:spPr>
        <p:txBody>
          <a:bodyPr vert="horz" lIns="127957" tIns="63979" rIns="127957" bIns="63979"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4" name="Date Placeholder 3"/>
          <p:cNvSpPr>
            <a:spLocks noGrp="1"/>
          </p:cNvSpPr>
          <p:nvPr>
            <p:ph type="dt" sz="half" idx="2"/>
          </p:nvPr>
        </p:nvSpPr>
        <p:spPr>
          <a:xfrm>
            <a:off x="754380" y="9915616"/>
            <a:ext cx="3520440" cy="569578"/>
          </a:xfrm>
          <a:prstGeom prst="rect">
            <a:avLst/>
          </a:prstGeom>
        </p:spPr>
        <p:txBody>
          <a:bodyPr vert="horz" lIns="127957" tIns="63979" rIns="127957" bIns="63979" rtlCol="0" anchor="ctr"/>
          <a:lstStyle>
            <a:lvl1pPr algn="l">
              <a:defRPr sz="1894">
                <a:solidFill>
                  <a:schemeClr val="tx1">
                    <a:tint val="75000"/>
                  </a:schemeClr>
                </a:solidFill>
              </a:defRPr>
            </a:lvl1pPr>
          </a:lstStyle>
          <a:p>
            <a:fld id="{D0733536-B233-4BC2-83DB-4E5622BAA258}" type="datetimeFigureOut">
              <a:rPr lang="en-GB" smtClean="0"/>
              <a:pPr/>
              <a:t>14/04/2026</a:t>
            </a:fld>
            <a:endParaRPr lang="en-GB"/>
          </a:p>
        </p:txBody>
      </p:sp>
      <p:sp>
        <p:nvSpPr>
          <p:cNvPr id="5" name="Footer Placeholder 4"/>
          <p:cNvSpPr>
            <a:spLocks noGrp="1"/>
          </p:cNvSpPr>
          <p:nvPr>
            <p:ph type="ftr" sz="quarter" idx="3"/>
          </p:nvPr>
        </p:nvSpPr>
        <p:spPr>
          <a:xfrm>
            <a:off x="5154930" y="9915616"/>
            <a:ext cx="4777740" cy="569578"/>
          </a:xfrm>
          <a:prstGeom prst="rect">
            <a:avLst/>
          </a:prstGeom>
        </p:spPr>
        <p:txBody>
          <a:bodyPr vert="horz" lIns="127957" tIns="63979" rIns="127957" bIns="63979" rtlCol="0" anchor="ctr"/>
          <a:lstStyle>
            <a:lvl1pPr algn="ctr">
              <a:defRPr sz="1894">
                <a:solidFill>
                  <a:schemeClr val="tx1">
                    <a:tint val="75000"/>
                  </a:schemeClr>
                </a:solidFill>
              </a:defRPr>
            </a:lvl1pPr>
          </a:lstStyle>
          <a:p>
            <a:endParaRPr lang="en-GB"/>
          </a:p>
        </p:txBody>
      </p:sp>
      <p:sp>
        <p:nvSpPr>
          <p:cNvPr id="6" name="Slide Number Placeholder 5"/>
          <p:cNvSpPr>
            <a:spLocks noGrp="1"/>
          </p:cNvSpPr>
          <p:nvPr>
            <p:ph type="sldNum" sz="quarter" idx="4"/>
          </p:nvPr>
        </p:nvSpPr>
        <p:spPr>
          <a:xfrm>
            <a:off x="10812780" y="9915616"/>
            <a:ext cx="3520440" cy="569578"/>
          </a:xfrm>
          <a:prstGeom prst="rect">
            <a:avLst/>
          </a:prstGeom>
        </p:spPr>
        <p:txBody>
          <a:bodyPr vert="horz" lIns="127957" tIns="63979" rIns="127957" bIns="63979" rtlCol="0" anchor="ctr"/>
          <a:lstStyle>
            <a:lvl1pPr algn="r">
              <a:defRPr sz="1894">
                <a:solidFill>
                  <a:schemeClr val="tx1">
                    <a:tint val="75000"/>
                  </a:schemeClr>
                </a:solidFill>
              </a:defRPr>
            </a:lvl1pPr>
          </a:lstStyle>
          <a:p>
            <a:fld id="{CACD2470-5615-49D2-A134-05F7505E0DB3}" type="slidenum">
              <a:rPr lang="en-GB" smtClean="0"/>
              <a:pPr/>
              <a:t>‹#›</a:t>
            </a:fld>
            <a:endParaRPr lang="en-GB"/>
          </a:p>
        </p:txBody>
      </p:sp>
    </p:spTree>
    <p:extLst>
      <p:ext uri="{BB962C8B-B14F-4D97-AF65-F5344CB8AC3E}">
        <p14:creationId xmlns:p14="http://schemas.microsoft.com/office/powerpoint/2010/main" val="3000982391"/>
      </p:ext>
    </p:extLst>
  </p:cSld>
  <p:clrMap bg1="lt1" tx1="dk1" bg2="lt2" tx2="dk2" accent1="accent1" accent2="accent2" accent3="accent3" accent4="accent4" accent5="accent5" accent6="accent6" hlink="hlink" folHlink="folHlink"/>
  <p:sldLayoutIdLst>
    <p:sldLayoutId id="2147483673" r:id="rId1"/>
    <p:sldLayoutId id="2147483674" r:id="rId2"/>
    <p:sldLayoutId id="2147483675" r:id="rId3"/>
    <p:sldLayoutId id="2147483676" r:id="rId4"/>
    <p:sldLayoutId id="2147483677" r:id="rId5"/>
    <p:sldLayoutId id="2147483678" r:id="rId6"/>
    <p:sldLayoutId id="2147483679" r:id="rId7"/>
    <p:sldLayoutId id="2147483680" r:id="rId8"/>
    <p:sldLayoutId id="2147483681" r:id="rId9"/>
    <p:sldLayoutId id="2147483682" r:id="rId10"/>
    <p:sldLayoutId id="2147483683" r:id="rId11"/>
  </p:sldLayoutIdLst>
  <p:txStyles>
    <p:titleStyle>
      <a:lvl1pPr algn="ctr" defTabSz="1425852" rtl="0" eaLnBrk="1" latinLnBrk="0" hangingPunct="1">
        <a:spcBef>
          <a:spcPct val="0"/>
        </a:spcBef>
        <a:buNone/>
        <a:defRPr sz="6797" kern="1200">
          <a:solidFill>
            <a:schemeClr val="tx1"/>
          </a:solidFill>
          <a:latin typeface="+mj-lt"/>
          <a:ea typeface="+mj-ea"/>
          <a:cs typeface="+mj-cs"/>
        </a:defRPr>
      </a:lvl1pPr>
    </p:titleStyle>
    <p:bodyStyle>
      <a:lvl1pPr marL="534695" indent="-534695" algn="l" defTabSz="1425852" rtl="0" eaLnBrk="1" latinLnBrk="0" hangingPunct="1">
        <a:spcBef>
          <a:spcPct val="20000"/>
        </a:spcBef>
        <a:buFont typeface="Arial" pitchFamily="34" charset="0"/>
        <a:buChar char="•"/>
        <a:defRPr sz="4903" kern="1200">
          <a:solidFill>
            <a:schemeClr val="tx1"/>
          </a:solidFill>
          <a:latin typeface="+mn-lt"/>
          <a:ea typeface="+mn-ea"/>
          <a:cs typeface="+mn-cs"/>
        </a:defRPr>
      </a:lvl1pPr>
      <a:lvl2pPr marL="1158506" indent="-445578" algn="l" defTabSz="1425852" rtl="0" eaLnBrk="1" latinLnBrk="0" hangingPunct="1">
        <a:spcBef>
          <a:spcPct val="20000"/>
        </a:spcBef>
        <a:buFont typeface="Arial" pitchFamily="34" charset="0"/>
        <a:buChar char="–"/>
        <a:defRPr sz="4346" kern="1200">
          <a:solidFill>
            <a:schemeClr val="tx1"/>
          </a:solidFill>
          <a:latin typeface="+mn-lt"/>
          <a:ea typeface="+mn-ea"/>
          <a:cs typeface="+mn-cs"/>
        </a:defRPr>
      </a:lvl2pPr>
      <a:lvl3pPr marL="1782317" indent="-356463" algn="l" defTabSz="1425852" rtl="0" eaLnBrk="1" latinLnBrk="0" hangingPunct="1">
        <a:spcBef>
          <a:spcPct val="20000"/>
        </a:spcBef>
        <a:buFont typeface="Arial" pitchFamily="34" charset="0"/>
        <a:buChar char="•"/>
        <a:defRPr sz="3677" kern="1200">
          <a:solidFill>
            <a:schemeClr val="tx1"/>
          </a:solidFill>
          <a:latin typeface="+mn-lt"/>
          <a:ea typeface="+mn-ea"/>
          <a:cs typeface="+mn-cs"/>
        </a:defRPr>
      </a:lvl3pPr>
      <a:lvl4pPr marL="2495245" indent="-356463" algn="l" defTabSz="1425852" rtl="0" eaLnBrk="1" latinLnBrk="0" hangingPunct="1">
        <a:spcBef>
          <a:spcPct val="20000"/>
        </a:spcBef>
        <a:buFont typeface="Arial" pitchFamily="34" charset="0"/>
        <a:buChar char="–"/>
        <a:defRPr sz="3120" kern="1200">
          <a:solidFill>
            <a:schemeClr val="tx1"/>
          </a:solidFill>
          <a:latin typeface="+mn-lt"/>
          <a:ea typeface="+mn-ea"/>
          <a:cs typeface="+mn-cs"/>
        </a:defRPr>
      </a:lvl4pPr>
      <a:lvl5pPr marL="3208170" indent="-356463" algn="l" defTabSz="1425852" rtl="0" eaLnBrk="1" latinLnBrk="0" hangingPunct="1">
        <a:spcBef>
          <a:spcPct val="20000"/>
        </a:spcBef>
        <a:buFont typeface="Arial" pitchFamily="34" charset="0"/>
        <a:buChar char="»"/>
        <a:defRPr sz="3120" kern="1200">
          <a:solidFill>
            <a:schemeClr val="tx1"/>
          </a:solidFill>
          <a:latin typeface="+mn-lt"/>
          <a:ea typeface="+mn-ea"/>
          <a:cs typeface="+mn-cs"/>
        </a:defRPr>
      </a:lvl5pPr>
      <a:lvl6pPr marL="3921099" indent="-356463" algn="l" defTabSz="1425852" rtl="0" eaLnBrk="1" latinLnBrk="0" hangingPunct="1">
        <a:spcBef>
          <a:spcPct val="20000"/>
        </a:spcBef>
        <a:buFont typeface="Arial" pitchFamily="34" charset="0"/>
        <a:buChar char="•"/>
        <a:defRPr sz="3120" kern="1200">
          <a:solidFill>
            <a:schemeClr val="tx1"/>
          </a:solidFill>
          <a:latin typeface="+mn-lt"/>
          <a:ea typeface="+mn-ea"/>
          <a:cs typeface="+mn-cs"/>
        </a:defRPr>
      </a:lvl6pPr>
      <a:lvl7pPr marL="4634024" indent="-356463" algn="l" defTabSz="1425852" rtl="0" eaLnBrk="1" latinLnBrk="0" hangingPunct="1">
        <a:spcBef>
          <a:spcPct val="20000"/>
        </a:spcBef>
        <a:buFont typeface="Arial" pitchFamily="34" charset="0"/>
        <a:buChar char="•"/>
        <a:defRPr sz="3120" kern="1200">
          <a:solidFill>
            <a:schemeClr val="tx1"/>
          </a:solidFill>
          <a:latin typeface="+mn-lt"/>
          <a:ea typeface="+mn-ea"/>
          <a:cs typeface="+mn-cs"/>
        </a:defRPr>
      </a:lvl7pPr>
      <a:lvl8pPr marL="5346951" indent="-356463" algn="l" defTabSz="1425852" rtl="0" eaLnBrk="1" latinLnBrk="0" hangingPunct="1">
        <a:spcBef>
          <a:spcPct val="20000"/>
        </a:spcBef>
        <a:buFont typeface="Arial" pitchFamily="34" charset="0"/>
        <a:buChar char="•"/>
        <a:defRPr sz="3120" kern="1200">
          <a:solidFill>
            <a:schemeClr val="tx1"/>
          </a:solidFill>
          <a:latin typeface="+mn-lt"/>
          <a:ea typeface="+mn-ea"/>
          <a:cs typeface="+mn-cs"/>
        </a:defRPr>
      </a:lvl8pPr>
      <a:lvl9pPr marL="6059879" indent="-356463" algn="l" defTabSz="1425852" rtl="0" eaLnBrk="1" latinLnBrk="0" hangingPunct="1">
        <a:spcBef>
          <a:spcPct val="20000"/>
        </a:spcBef>
        <a:buFont typeface="Arial" pitchFamily="34" charset="0"/>
        <a:buChar char="•"/>
        <a:defRPr sz="3120" kern="1200">
          <a:solidFill>
            <a:schemeClr val="tx1"/>
          </a:solidFill>
          <a:latin typeface="+mn-lt"/>
          <a:ea typeface="+mn-ea"/>
          <a:cs typeface="+mn-cs"/>
        </a:defRPr>
      </a:lvl9pPr>
    </p:bodyStyle>
    <p:otherStyle>
      <a:defPPr>
        <a:defRPr lang="en-US"/>
      </a:defPPr>
      <a:lvl1pPr marL="0" algn="l" defTabSz="1425852" rtl="0" eaLnBrk="1" latinLnBrk="0" hangingPunct="1">
        <a:defRPr sz="2786" kern="1200">
          <a:solidFill>
            <a:schemeClr val="tx1"/>
          </a:solidFill>
          <a:latin typeface="+mn-lt"/>
          <a:ea typeface="+mn-ea"/>
          <a:cs typeface="+mn-cs"/>
        </a:defRPr>
      </a:lvl1pPr>
      <a:lvl2pPr marL="712928" algn="l" defTabSz="1425852" rtl="0" eaLnBrk="1" latinLnBrk="0" hangingPunct="1">
        <a:defRPr sz="2786" kern="1200">
          <a:solidFill>
            <a:schemeClr val="tx1"/>
          </a:solidFill>
          <a:latin typeface="+mn-lt"/>
          <a:ea typeface="+mn-ea"/>
          <a:cs typeface="+mn-cs"/>
        </a:defRPr>
      </a:lvl2pPr>
      <a:lvl3pPr marL="1425852" algn="l" defTabSz="1425852" rtl="0" eaLnBrk="1" latinLnBrk="0" hangingPunct="1">
        <a:defRPr sz="2786" kern="1200">
          <a:solidFill>
            <a:schemeClr val="tx1"/>
          </a:solidFill>
          <a:latin typeface="+mn-lt"/>
          <a:ea typeface="+mn-ea"/>
          <a:cs typeface="+mn-cs"/>
        </a:defRPr>
      </a:lvl3pPr>
      <a:lvl4pPr marL="2138780" algn="l" defTabSz="1425852" rtl="0" eaLnBrk="1" latinLnBrk="0" hangingPunct="1">
        <a:defRPr sz="2786" kern="1200">
          <a:solidFill>
            <a:schemeClr val="tx1"/>
          </a:solidFill>
          <a:latin typeface="+mn-lt"/>
          <a:ea typeface="+mn-ea"/>
          <a:cs typeface="+mn-cs"/>
        </a:defRPr>
      </a:lvl4pPr>
      <a:lvl5pPr marL="2851708" algn="l" defTabSz="1425852" rtl="0" eaLnBrk="1" latinLnBrk="0" hangingPunct="1">
        <a:defRPr sz="2786" kern="1200">
          <a:solidFill>
            <a:schemeClr val="tx1"/>
          </a:solidFill>
          <a:latin typeface="+mn-lt"/>
          <a:ea typeface="+mn-ea"/>
          <a:cs typeface="+mn-cs"/>
        </a:defRPr>
      </a:lvl5pPr>
      <a:lvl6pPr marL="3564637" algn="l" defTabSz="1425852" rtl="0" eaLnBrk="1" latinLnBrk="0" hangingPunct="1">
        <a:defRPr sz="2786" kern="1200">
          <a:solidFill>
            <a:schemeClr val="tx1"/>
          </a:solidFill>
          <a:latin typeface="+mn-lt"/>
          <a:ea typeface="+mn-ea"/>
          <a:cs typeface="+mn-cs"/>
        </a:defRPr>
      </a:lvl6pPr>
      <a:lvl7pPr marL="4277562" algn="l" defTabSz="1425852" rtl="0" eaLnBrk="1" latinLnBrk="0" hangingPunct="1">
        <a:defRPr sz="2786" kern="1200">
          <a:solidFill>
            <a:schemeClr val="tx1"/>
          </a:solidFill>
          <a:latin typeface="+mn-lt"/>
          <a:ea typeface="+mn-ea"/>
          <a:cs typeface="+mn-cs"/>
        </a:defRPr>
      </a:lvl7pPr>
      <a:lvl8pPr marL="4990490" algn="l" defTabSz="1425852" rtl="0" eaLnBrk="1" latinLnBrk="0" hangingPunct="1">
        <a:defRPr sz="2786" kern="1200">
          <a:solidFill>
            <a:schemeClr val="tx1"/>
          </a:solidFill>
          <a:latin typeface="+mn-lt"/>
          <a:ea typeface="+mn-ea"/>
          <a:cs typeface="+mn-cs"/>
        </a:defRPr>
      </a:lvl8pPr>
      <a:lvl9pPr marL="5703415" algn="l" defTabSz="1425852" rtl="0" eaLnBrk="1" latinLnBrk="0" hangingPunct="1">
        <a:defRPr sz="2786"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png"/><Relationship Id="rId1" Type="http://schemas.openxmlformats.org/officeDocument/2006/relationships/slideLayout" Target="../slideLayouts/slideLayout1.xml"/><Relationship Id="rId6" Type="http://schemas.openxmlformats.org/officeDocument/2006/relationships/image" Target="../media/image5.png"/><Relationship Id="rId5" Type="http://schemas.openxmlformats.org/officeDocument/2006/relationships/image" Target="../media/image4.jpeg"/><Relationship Id="rId4" Type="http://schemas.openxmlformats.org/officeDocument/2006/relationships/image" Target="../media/image3.jpg"/></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9" name="Rounded Rectangle 18"/>
          <p:cNvSpPr/>
          <p:nvPr/>
        </p:nvSpPr>
        <p:spPr>
          <a:xfrm>
            <a:off x="6280399" y="3185582"/>
            <a:ext cx="8767440" cy="2728273"/>
          </a:xfrm>
          <a:prstGeom prst="roundRect">
            <a:avLst>
              <a:gd name="adj" fmla="val 0"/>
            </a:avLst>
          </a:prstGeom>
          <a:solidFill>
            <a:schemeClr val="tx2">
              <a:lumMod val="20000"/>
              <a:lumOff val="80000"/>
            </a:schemeClr>
          </a:solidFill>
        </p:spPr>
        <p:style>
          <a:lnRef idx="2">
            <a:schemeClr val="accent1">
              <a:shade val="50000"/>
            </a:schemeClr>
          </a:lnRef>
          <a:fillRef idx="1">
            <a:schemeClr val="accent1"/>
          </a:fillRef>
          <a:effectRef idx="0">
            <a:schemeClr val="accent1"/>
          </a:effectRef>
          <a:fontRef idx="minor">
            <a:schemeClr val="lt1"/>
          </a:fontRef>
        </p:style>
        <p:txBody>
          <a:bodyPr lIns="31216" tIns="15607" rIns="31216" bIns="15607" rtlCol="0" anchor="ctr"/>
          <a:lstStyle/>
          <a:p>
            <a:pPr algn="ctr" defTabSz="1425852">
              <a:defRPr/>
            </a:pPr>
            <a:endParaRPr lang="en-GB" sz="1783" b="1" dirty="0">
              <a:solidFill>
                <a:prstClr val="white"/>
              </a:solidFill>
              <a:latin typeface="Calibri"/>
            </a:endParaRPr>
          </a:p>
          <a:p>
            <a:pPr algn="ctr" defTabSz="1425852">
              <a:defRPr/>
            </a:pPr>
            <a:endParaRPr lang="en-GB" sz="1783" b="1" dirty="0">
              <a:solidFill>
                <a:prstClr val="white"/>
              </a:solidFill>
              <a:latin typeface="Calibri"/>
            </a:endParaRPr>
          </a:p>
          <a:p>
            <a:pPr algn="ctr" defTabSz="1425852">
              <a:defRPr/>
            </a:pPr>
            <a:endParaRPr lang="en-GB" sz="1783" b="1" dirty="0">
              <a:solidFill>
                <a:prstClr val="white"/>
              </a:solidFill>
              <a:latin typeface="Calibri"/>
            </a:endParaRPr>
          </a:p>
          <a:p>
            <a:pPr algn="ctr" defTabSz="1425852">
              <a:defRPr/>
            </a:pPr>
            <a:endParaRPr lang="en-GB" sz="1783" b="1" dirty="0">
              <a:solidFill>
                <a:prstClr val="white"/>
              </a:solidFill>
              <a:latin typeface="Calibri"/>
            </a:endParaRPr>
          </a:p>
          <a:p>
            <a:pPr algn="ctr" defTabSz="1425852">
              <a:defRPr/>
            </a:pPr>
            <a:endParaRPr lang="en-GB" sz="1783" b="1" dirty="0">
              <a:solidFill>
                <a:prstClr val="white"/>
              </a:solidFill>
              <a:latin typeface="Calibri"/>
            </a:endParaRPr>
          </a:p>
          <a:p>
            <a:pPr algn="ctr" defTabSz="1425852">
              <a:defRPr/>
            </a:pPr>
            <a:endParaRPr lang="en-GB" sz="1783" b="1" dirty="0">
              <a:solidFill>
                <a:prstClr val="white"/>
              </a:solidFill>
              <a:latin typeface="Calibri"/>
            </a:endParaRPr>
          </a:p>
        </p:txBody>
      </p:sp>
      <p:sp>
        <p:nvSpPr>
          <p:cNvPr id="20" name="Rounded Rectangle 19"/>
          <p:cNvSpPr/>
          <p:nvPr/>
        </p:nvSpPr>
        <p:spPr>
          <a:xfrm>
            <a:off x="36595" y="6408750"/>
            <a:ext cx="7225919" cy="3115511"/>
          </a:xfrm>
          <a:prstGeom prst="roundRect">
            <a:avLst>
              <a:gd name="adj" fmla="val 0"/>
            </a:avLst>
          </a:prstGeom>
          <a:solidFill>
            <a:schemeClr val="tx2">
              <a:lumMod val="20000"/>
              <a:lumOff val="80000"/>
            </a:schemeClr>
          </a:solidFill>
        </p:spPr>
        <p:style>
          <a:lnRef idx="2">
            <a:schemeClr val="accent1">
              <a:shade val="50000"/>
            </a:schemeClr>
          </a:lnRef>
          <a:fillRef idx="1">
            <a:schemeClr val="accent1"/>
          </a:fillRef>
          <a:effectRef idx="0">
            <a:schemeClr val="accent1"/>
          </a:effectRef>
          <a:fontRef idx="minor">
            <a:schemeClr val="lt1"/>
          </a:fontRef>
        </p:style>
        <p:txBody>
          <a:bodyPr lIns="31216" tIns="15607" rIns="31216" bIns="15607" rtlCol="0" anchor="ctr"/>
          <a:lstStyle/>
          <a:p>
            <a:pPr algn="ctr" defTabSz="1425852">
              <a:defRPr/>
            </a:pPr>
            <a:endParaRPr lang="en-GB" sz="1783" b="1" dirty="0">
              <a:solidFill>
                <a:srgbClr val="FF0000"/>
              </a:solidFill>
              <a:latin typeface="Calibri"/>
            </a:endParaRPr>
          </a:p>
          <a:p>
            <a:pPr algn="ctr" defTabSz="1425852">
              <a:defRPr/>
            </a:pPr>
            <a:endParaRPr lang="en-GB" sz="1783" dirty="0">
              <a:solidFill>
                <a:prstClr val="black"/>
              </a:solidFill>
              <a:latin typeface="Calibri"/>
            </a:endParaRPr>
          </a:p>
          <a:p>
            <a:pPr algn="ctr" defTabSz="1425852">
              <a:defRPr/>
            </a:pPr>
            <a:endParaRPr lang="en-GB" sz="2229" i="1" dirty="0">
              <a:solidFill>
                <a:prstClr val="white">
                  <a:lumMod val="50000"/>
                </a:prstClr>
              </a:solidFill>
              <a:latin typeface="Calibri"/>
            </a:endParaRPr>
          </a:p>
          <a:p>
            <a:pPr algn="ctr" defTabSz="1425852">
              <a:defRPr/>
            </a:pPr>
            <a:endParaRPr lang="en-GB" sz="2229" i="1" dirty="0">
              <a:solidFill>
                <a:prstClr val="white">
                  <a:lumMod val="50000"/>
                </a:prstClr>
              </a:solidFill>
              <a:latin typeface="Calibri"/>
            </a:endParaRPr>
          </a:p>
          <a:p>
            <a:pPr algn="ctr" defTabSz="1425852">
              <a:defRPr/>
            </a:pPr>
            <a:endParaRPr lang="en-GB" sz="2229" i="1" dirty="0">
              <a:solidFill>
                <a:prstClr val="white">
                  <a:lumMod val="50000"/>
                </a:prstClr>
              </a:solidFill>
              <a:latin typeface="Calibri"/>
            </a:endParaRPr>
          </a:p>
          <a:p>
            <a:pPr algn="ctr" defTabSz="1425852">
              <a:defRPr/>
            </a:pPr>
            <a:endParaRPr lang="en-GB" sz="1783" b="1" u="sng" dirty="0">
              <a:solidFill>
                <a:prstClr val="black"/>
              </a:solidFill>
              <a:latin typeface="Calibri"/>
            </a:endParaRPr>
          </a:p>
          <a:p>
            <a:pPr algn="ctr" defTabSz="1425852">
              <a:defRPr/>
            </a:pPr>
            <a:endParaRPr lang="en-GB" sz="1783" b="1" u="sng" dirty="0">
              <a:solidFill>
                <a:prstClr val="black"/>
              </a:solidFill>
              <a:latin typeface="Calibri"/>
            </a:endParaRPr>
          </a:p>
          <a:p>
            <a:pPr algn="ctr" defTabSz="1425852">
              <a:defRPr/>
            </a:pPr>
            <a:endParaRPr lang="en-GB" sz="1783" dirty="0">
              <a:solidFill>
                <a:prstClr val="black"/>
              </a:solidFill>
              <a:latin typeface="Calibri"/>
            </a:endParaRPr>
          </a:p>
          <a:p>
            <a:pPr algn="ctr" defTabSz="1425852">
              <a:defRPr/>
            </a:pPr>
            <a:endParaRPr lang="en-GB" sz="1783" dirty="0">
              <a:solidFill>
                <a:prstClr val="black"/>
              </a:solidFill>
              <a:latin typeface="Calibri"/>
            </a:endParaRPr>
          </a:p>
          <a:p>
            <a:pPr algn="ctr" defTabSz="1425852">
              <a:defRPr/>
            </a:pPr>
            <a:endParaRPr lang="en-GB" sz="1783" dirty="0">
              <a:solidFill>
                <a:prstClr val="black"/>
              </a:solidFill>
              <a:latin typeface="Calibri"/>
            </a:endParaRPr>
          </a:p>
          <a:p>
            <a:pPr algn="ctr" defTabSz="1425852">
              <a:defRPr/>
            </a:pPr>
            <a:endParaRPr lang="en-GB" sz="1783" dirty="0">
              <a:solidFill>
                <a:prstClr val="black"/>
              </a:solidFill>
              <a:latin typeface="Calibri"/>
            </a:endParaRPr>
          </a:p>
          <a:p>
            <a:pPr algn="ctr" defTabSz="1425852">
              <a:defRPr/>
            </a:pPr>
            <a:endParaRPr lang="en-GB" sz="1783" dirty="0">
              <a:solidFill>
                <a:prstClr val="black"/>
              </a:solidFill>
              <a:latin typeface="Calibri"/>
            </a:endParaRPr>
          </a:p>
        </p:txBody>
      </p:sp>
      <p:sp>
        <p:nvSpPr>
          <p:cNvPr id="13" name="Rectangle 12"/>
          <p:cNvSpPr/>
          <p:nvPr/>
        </p:nvSpPr>
        <p:spPr>
          <a:xfrm>
            <a:off x="6145349" y="2485274"/>
            <a:ext cx="8942251" cy="692224"/>
          </a:xfrm>
          <a:prstGeom prst="rect">
            <a:avLst/>
          </a:prstGeom>
          <a:solidFill>
            <a:srgbClr val="0072C6"/>
          </a:solidFill>
          <a:ln>
            <a:solidFill>
              <a:srgbClr val="385D8A"/>
            </a:solidFill>
          </a:ln>
        </p:spPr>
        <p:style>
          <a:lnRef idx="2">
            <a:schemeClr val="accent3">
              <a:shade val="50000"/>
            </a:schemeClr>
          </a:lnRef>
          <a:fillRef idx="1">
            <a:schemeClr val="accent3"/>
          </a:fillRef>
          <a:effectRef idx="0">
            <a:schemeClr val="accent3"/>
          </a:effectRef>
          <a:fontRef idx="minor">
            <a:schemeClr val="lt1"/>
          </a:fontRef>
        </p:style>
        <p:txBody>
          <a:bodyPr lIns="101868" tIns="50934" rIns="101868" bIns="50934" spcCol="0" rtlCol="0" anchor="ctr"/>
          <a:lstStyle/>
          <a:p>
            <a:pPr algn="ctr" defTabSz="1425852">
              <a:defRPr/>
            </a:pPr>
            <a:r>
              <a:rPr lang="en-GB" sz="2229" b="1" dirty="0">
                <a:solidFill>
                  <a:prstClr val="white"/>
                </a:solidFill>
                <a:latin typeface="Calibri"/>
              </a:rPr>
              <a:t>MODEL / PROJECT DIAGRAM/ GUI / FLOWCHART ETC.</a:t>
            </a:r>
          </a:p>
          <a:p>
            <a:pPr algn="ctr" defTabSz="1425852">
              <a:defRPr/>
            </a:pPr>
            <a:endParaRPr lang="en-GB" sz="2229" b="1" dirty="0">
              <a:solidFill>
                <a:prstClr val="white"/>
              </a:solidFill>
              <a:latin typeface="Calibri"/>
            </a:endParaRPr>
          </a:p>
        </p:txBody>
      </p:sp>
      <p:sp>
        <p:nvSpPr>
          <p:cNvPr id="31" name="Rectangle 30"/>
          <p:cNvSpPr/>
          <p:nvPr/>
        </p:nvSpPr>
        <p:spPr>
          <a:xfrm>
            <a:off x="7294141" y="5914256"/>
            <a:ext cx="7785679" cy="517429"/>
          </a:xfrm>
          <a:prstGeom prst="rect">
            <a:avLst/>
          </a:prstGeom>
          <a:solidFill>
            <a:srgbClr val="0072C6"/>
          </a:solidFill>
          <a:ln>
            <a:solidFill>
              <a:srgbClr val="385D8A"/>
            </a:solidFill>
          </a:ln>
        </p:spPr>
        <p:style>
          <a:lnRef idx="2">
            <a:schemeClr val="accent3">
              <a:shade val="50000"/>
            </a:schemeClr>
          </a:lnRef>
          <a:fillRef idx="1">
            <a:schemeClr val="accent3"/>
          </a:fillRef>
          <a:effectRef idx="0">
            <a:schemeClr val="accent3"/>
          </a:effectRef>
          <a:fontRef idx="minor">
            <a:schemeClr val="lt1"/>
          </a:fontRef>
        </p:style>
        <p:txBody>
          <a:bodyPr lIns="101868" tIns="50934" rIns="101868" bIns="50934" spcCol="0" rtlCol="0" anchor="ctr"/>
          <a:lstStyle/>
          <a:p>
            <a:pPr algn="ctr" defTabSz="1425852">
              <a:defRPr/>
            </a:pPr>
            <a:r>
              <a:rPr lang="en-GB" sz="2229" b="1" dirty="0">
                <a:solidFill>
                  <a:prstClr val="white"/>
                </a:solidFill>
                <a:latin typeface="Calibri"/>
              </a:rPr>
              <a:t>OUTCOME &amp; FUTURE SCOPE</a:t>
            </a:r>
          </a:p>
        </p:txBody>
      </p:sp>
      <p:sp>
        <p:nvSpPr>
          <p:cNvPr id="33" name="Rectangle 32"/>
          <p:cNvSpPr/>
          <p:nvPr/>
        </p:nvSpPr>
        <p:spPr>
          <a:xfrm>
            <a:off x="36596" y="9579401"/>
            <a:ext cx="7226974" cy="1118761"/>
          </a:xfrm>
          <a:prstGeom prst="rect">
            <a:avLst/>
          </a:prstGeom>
          <a:solidFill>
            <a:srgbClr val="0072C6"/>
          </a:solidFill>
          <a:ln>
            <a:solidFill>
              <a:srgbClr val="385D8A"/>
            </a:solidFill>
          </a:ln>
        </p:spPr>
        <p:style>
          <a:lnRef idx="2">
            <a:schemeClr val="accent3">
              <a:shade val="50000"/>
            </a:schemeClr>
          </a:lnRef>
          <a:fillRef idx="1">
            <a:schemeClr val="accent3"/>
          </a:fillRef>
          <a:effectRef idx="0">
            <a:schemeClr val="accent3"/>
          </a:effectRef>
          <a:fontRef idx="minor">
            <a:schemeClr val="lt1"/>
          </a:fontRef>
        </p:style>
        <p:txBody>
          <a:bodyPr lIns="101868" tIns="50934" rIns="101868" bIns="50934" spcCol="0" rtlCol="0" anchor="ctr"/>
          <a:lstStyle/>
          <a:p>
            <a:pPr defTabSz="1425852">
              <a:defRPr/>
            </a:pPr>
            <a:r>
              <a:rPr lang="en-GB" sz="2229" b="1" dirty="0">
                <a:solidFill>
                  <a:prstClr val="white"/>
                </a:solidFill>
                <a:latin typeface="Calibri"/>
              </a:rPr>
              <a:t>GUIDED BY :      Mrs. Priyanka </a:t>
            </a:r>
            <a:r>
              <a:rPr lang="en-GB" sz="2229" b="1" dirty="0" err="1">
                <a:solidFill>
                  <a:prstClr val="white"/>
                </a:solidFill>
                <a:latin typeface="Calibri"/>
              </a:rPr>
              <a:t>tiwari</a:t>
            </a:r>
            <a:endParaRPr lang="en-GB" sz="2229" b="1" dirty="0">
              <a:solidFill>
                <a:prstClr val="white"/>
              </a:solidFill>
              <a:latin typeface="Calibri"/>
            </a:endParaRPr>
          </a:p>
          <a:p>
            <a:pPr defTabSz="1425852">
              <a:defRPr/>
            </a:pPr>
            <a:r>
              <a:rPr lang="en-GB" sz="2229" b="1" dirty="0">
                <a:solidFill>
                  <a:prstClr val="white"/>
                </a:solidFill>
                <a:latin typeface="Calibri"/>
              </a:rPr>
              <a:t>	      	</a:t>
            </a:r>
          </a:p>
        </p:txBody>
      </p:sp>
      <p:sp>
        <p:nvSpPr>
          <p:cNvPr id="23" name="Rectangle 22"/>
          <p:cNvSpPr/>
          <p:nvPr/>
        </p:nvSpPr>
        <p:spPr>
          <a:xfrm>
            <a:off x="0" y="2496984"/>
            <a:ext cx="6198888" cy="692224"/>
          </a:xfrm>
          <a:prstGeom prst="rect">
            <a:avLst/>
          </a:prstGeom>
          <a:solidFill>
            <a:srgbClr val="0072C6"/>
          </a:solidFill>
          <a:ln>
            <a:solidFill>
              <a:srgbClr val="385D8A"/>
            </a:solidFill>
          </a:ln>
        </p:spPr>
        <p:style>
          <a:lnRef idx="2">
            <a:schemeClr val="accent3">
              <a:shade val="50000"/>
            </a:schemeClr>
          </a:lnRef>
          <a:fillRef idx="1">
            <a:schemeClr val="accent3"/>
          </a:fillRef>
          <a:effectRef idx="0">
            <a:schemeClr val="accent3"/>
          </a:effectRef>
          <a:fontRef idx="minor">
            <a:schemeClr val="lt1"/>
          </a:fontRef>
        </p:style>
        <p:txBody>
          <a:bodyPr lIns="101868" tIns="50934" rIns="101868" bIns="50934" spcCol="0" rtlCol="0" anchor="ctr"/>
          <a:lstStyle/>
          <a:p>
            <a:pPr algn="ctr" defTabSz="1425852">
              <a:defRPr/>
            </a:pPr>
            <a:r>
              <a:rPr lang="en-GB" sz="2229" b="1" dirty="0">
                <a:solidFill>
                  <a:prstClr val="white"/>
                </a:solidFill>
                <a:latin typeface="Calibri"/>
              </a:rPr>
              <a:t>OBJECTIVE</a:t>
            </a:r>
          </a:p>
        </p:txBody>
      </p:sp>
      <p:sp>
        <p:nvSpPr>
          <p:cNvPr id="24" name="Rounded Rectangle 23"/>
          <p:cNvSpPr/>
          <p:nvPr/>
        </p:nvSpPr>
        <p:spPr>
          <a:xfrm>
            <a:off x="53538" y="3180272"/>
            <a:ext cx="6142737" cy="2706414"/>
          </a:xfrm>
          <a:prstGeom prst="roundRect">
            <a:avLst>
              <a:gd name="adj" fmla="val 0"/>
            </a:avLst>
          </a:prstGeom>
          <a:solidFill>
            <a:schemeClr val="tx2">
              <a:lumMod val="20000"/>
              <a:lumOff val="80000"/>
            </a:schemeClr>
          </a:solidFill>
        </p:spPr>
        <p:style>
          <a:lnRef idx="2">
            <a:schemeClr val="accent1">
              <a:shade val="50000"/>
            </a:schemeClr>
          </a:lnRef>
          <a:fillRef idx="1">
            <a:schemeClr val="accent1"/>
          </a:fillRef>
          <a:effectRef idx="0">
            <a:schemeClr val="accent1"/>
          </a:effectRef>
          <a:fontRef idx="minor">
            <a:schemeClr val="lt1"/>
          </a:fontRef>
        </p:style>
        <p:txBody>
          <a:bodyPr lIns="31216" tIns="15607" rIns="31216" bIns="15607" rtlCol="0" anchor="ctr"/>
          <a:lstStyle/>
          <a:p>
            <a:pPr marL="509462" indent="-509462" defTabSz="1425852">
              <a:buFont typeface="Arial" panose="020B0604020202020204" pitchFamily="34" charset="0"/>
              <a:buChar char="•"/>
              <a:defRPr/>
            </a:pPr>
            <a:endParaRPr lang="en-GB" sz="1783" dirty="0">
              <a:solidFill>
                <a:prstClr val="black"/>
              </a:solidFill>
              <a:latin typeface="Calibri"/>
            </a:endParaRPr>
          </a:p>
        </p:txBody>
      </p:sp>
      <p:sp>
        <p:nvSpPr>
          <p:cNvPr id="37" name="Rectangle 36"/>
          <p:cNvSpPr/>
          <p:nvPr/>
        </p:nvSpPr>
        <p:spPr>
          <a:xfrm>
            <a:off x="53538" y="5912061"/>
            <a:ext cx="7245731" cy="506437"/>
          </a:xfrm>
          <a:prstGeom prst="rect">
            <a:avLst/>
          </a:prstGeom>
          <a:solidFill>
            <a:srgbClr val="0072C6"/>
          </a:solidFill>
          <a:ln>
            <a:solidFill>
              <a:srgbClr val="385D8A"/>
            </a:solidFill>
          </a:ln>
        </p:spPr>
        <p:style>
          <a:lnRef idx="2">
            <a:schemeClr val="accent3">
              <a:shade val="50000"/>
            </a:schemeClr>
          </a:lnRef>
          <a:fillRef idx="1">
            <a:schemeClr val="accent3"/>
          </a:fillRef>
          <a:effectRef idx="0">
            <a:schemeClr val="accent3"/>
          </a:effectRef>
          <a:fontRef idx="minor">
            <a:schemeClr val="lt1"/>
          </a:fontRef>
        </p:style>
        <p:txBody>
          <a:bodyPr lIns="101868" tIns="50934" rIns="101868" bIns="50934" spcCol="0" rtlCol="0" anchor="ctr"/>
          <a:lstStyle/>
          <a:p>
            <a:pPr algn="ctr" defTabSz="1425852">
              <a:defRPr/>
            </a:pPr>
            <a:r>
              <a:rPr lang="en-GB" sz="2229" b="1" dirty="0">
                <a:solidFill>
                  <a:prstClr val="white"/>
                </a:solidFill>
                <a:latin typeface="Calibri"/>
              </a:rPr>
              <a:t>DETAILS OF INNOVATION</a:t>
            </a:r>
          </a:p>
        </p:txBody>
      </p:sp>
      <p:sp>
        <p:nvSpPr>
          <p:cNvPr id="16" name="Rectangle 15"/>
          <p:cNvSpPr/>
          <p:nvPr/>
        </p:nvSpPr>
        <p:spPr>
          <a:xfrm>
            <a:off x="659685" y="144110"/>
            <a:ext cx="3053154" cy="1554010"/>
          </a:xfrm>
          <a:prstGeom prst="rect">
            <a:avLst/>
          </a:prstGeom>
          <a:ln>
            <a:solidFill>
              <a:schemeClr val="accent1"/>
            </a:solidFill>
            <a:prstDash val="dash"/>
          </a:ln>
        </p:spPr>
        <p:style>
          <a:lnRef idx="2">
            <a:schemeClr val="accent1"/>
          </a:lnRef>
          <a:fillRef idx="1">
            <a:schemeClr val="lt1"/>
          </a:fillRef>
          <a:effectRef idx="0">
            <a:schemeClr val="accent1"/>
          </a:effectRef>
          <a:fontRef idx="minor">
            <a:schemeClr val="dk1"/>
          </a:fontRef>
        </p:style>
        <p:txBody>
          <a:bodyPr rtlCol="0" anchor="ctr"/>
          <a:lstStyle/>
          <a:p>
            <a:pPr algn="ctr" defTabSz="1425852">
              <a:defRPr/>
            </a:pPr>
            <a:endParaRPr lang="en-GB" sz="1638" dirty="0">
              <a:solidFill>
                <a:prstClr val="black"/>
              </a:solidFill>
              <a:latin typeface="Calibri"/>
            </a:endParaRPr>
          </a:p>
        </p:txBody>
      </p:sp>
      <p:sp>
        <p:nvSpPr>
          <p:cNvPr id="29" name="Rounded Rectangle 28"/>
          <p:cNvSpPr/>
          <p:nvPr/>
        </p:nvSpPr>
        <p:spPr>
          <a:xfrm>
            <a:off x="0" y="1715617"/>
            <a:ext cx="15087600" cy="781367"/>
          </a:xfrm>
          <a:prstGeom prst="roundRect">
            <a:avLst>
              <a:gd name="adj" fmla="val 0"/>
            </a:avLst>
          </a:prstGeom>
          <a:solidFill>
            <a:schemeClr val="tx2">
              <a:lumMod val="20000"/>
              <a:lumOff val="80000"/>
            </a:schemeClr>
          </a:solidFill>
        </p:spPr>
        <p:style>
          <a:lnRef idx="2">
            <a:schemeClr val="accent1">
              <a:shade val="50000"/>
            </a:schemeClr>
          </a:lnRef>
          <a:fillRef idx="1">
            <a:schemeClr val="accent1"/>
          </a:fillRef>
          <a:effectRef idx="0">
            <a:schemeClr val="accent1"/>
          </a:effectRef>
          <a:fontRef idx="minor">
            <a:schemeClr val="lt1"/>
          </a:fontRef>
        </p:style>
        <p:txBody>
          <a:bodyPr lIns="31216" tIns="15607" rIns="31216" bIns="15607" rtlCol="0" anchor="ctr"/>
          <a:lstStyle/>
          <a:p>
            <a:pPr algn="ctr"/>
            <a:r>
              <a:rPr lang="en-GB" sz="1783" b="1" dirty="0">
                <a:solidFill>
                  <a:srgbClr val="FF0000"/>
                </a:solidFill>
                <a:latin typeface="Calibri"/>
              </a:rPr>
              <a:t>SIGN</a:t>
            </a:r>
            <a:endParaRPr lang="en-GB" sz="3120" b="1" dirty="0">
              <a:solidFill>
                <a:schemeClr val="tx1"/>
              </a:solidFill>
            </a:endParaRPr>
          </a:p>
          <a:p>
            <a:pPr algn="ctr" defTabSz="1425852">
              <a:defRPr/>
            </a:pPr>
            <a:endParaRPr lang="en-GB" sz="2229" i="1" dirty="0">
              <a:solidFill>
                <a:prstClr val="white">
                  <a:lumMod val="50000"/>
                </a:prstClr>
              </a:solidFill>
              <a:latin typeface="Calibri"/>
            </a:endParaRPr>
          </a:p>
          <a:p>
            <a:pPr algn="ctr" defTabSz="1425852">
              <a:defRPr/>
            </a:pPr>
            <a:r>
              <a:rPr lang="en-GB" sz="2229" i="1" dirty="0">
                <a:solidFill>
                  <a:prstClr val="white">
                    <a:lumMod val="50000"/>
                  </a:prstClr>
                </a:solidFill>
                <a:latin typeface="Calibri"/>
              </a:rPr>
              <a:t>     </a:t>
            </a:r>
          </a:p>
          <a:p>
            <a:pPr algn="ctr" defTabSz="1425852">
              <a:defRPr/>
            </a:pPr>
            <a:endParaRPr lang="en-GB" sz="2229" i="1" dirty="0">
              <a:solidFill>
                <a:prstClr val="white">
                  <a:lumMod val="50000"/>
                </a:prstClr>
              </a:solidFill>
              <a:latin typeface="Calibri"/>
            </a:endParaRPr>
          </a:p>
        </p:txBody>
      </p:sp>
      <p:sp>
        <p:nvSpPr>
          <p:cNvPr id="32" name="Rounded Rectangle 31"/>
          <p:cNvSpPr/>
          <p:nvPr/>
        </p:nvSpPr>
        <p:spPr>
          <a:xfrm>
            <a:off x="7307328" y="6393568"/>
            <a:ext cx="7726733" cy="3111337"/>
          </a:xfrm>
          <a:prstGeom prst="roundRect">
            <a:avLst>
              <a:gd name="adj" fmla="val 0"/>
            </a:avLst>
          </a:prstGeom>
          <a:solidFill>
            <a:schemeClr val="tx2">
              <a:lumMod val="20000"/>
              <a:lumOff val="80000"/>
            </a:schemeClr>
          </a:solidFill>
        </p:spPr>
        <p:style>
          <a:lnRef idx="2">
            <a:schemeClr val="accent1">
              <a:shade val="50000"/>
            </a:schemeClr>
          </a:lnRef>
          <a:fillRef idx="1">
            <a:schemeClr val="accent1"/>
          </a:fillRef>
          <a:effectRef idx="0">
            <a:schemeClr val="accent1"/>
          </a:effectRef>
          <a:fontRef idx="minor">
            <a:schemeClr val="lt1"/>
          </a:fontRef>
        </p:style>
        <p:txBody>
          <a:bodyPr lIns="31216" tIns="15607" rIns="31216" bIns="15607" rtlCol="0" anchor="ctr"/>
          <a:lstStyle/>
          <a:p>
            <a:pPr algn="ctr" defTabSz="1425852" fontAlgn="base">
              <a:defRPr/>
            </a:pPr>
            <a:endParaRPr lang="en-GB" sz="1872" i="1" dirty="0">
              <a:solidFill>
                <a:prstClr val="white">
                  <a:lumMod val="50000"/>
                </a:prstClr>
              </a:solidFill>
            </a:endParaRPr>
          </a:p>
        </p:txBody>
      </p:sp>
      <p:sp>
        <p:nvSpPr>
          <p:cNvPr id="34" name="Rectangle 33"/>
          <p:cNvSpPr/>
          <p:nvPr/>
        </p:nvSpPr>
        <p:spPr>
          <a:xfrm>
            <a:off x="10417498" y="0"/>
            <a:ext cx="4670102" cy="1678144"/>
          </a:xfrm>
          <a:prstGeom prst="rect">
            <a:avLst/>
          </a:prstGeom>
          <a:solidFill>
            <a:srgbClr val="0072C6"/>
          </a:solidFill>
          <a:ln>
            <a:solidFill>
              <a:srgbClr val="385D8A"/>
            </a:solidFill>
          </a:ln>
        </p:spPr>
        <p:style>
          <a:lnRef idx="2">
            <a:schemeClr val="accent3">
              <a:shade val="50000"/>
            </a:schemeClr>
          </a:lnRef>
          <a:fillRef idx="1">
            <a:schemeClr val="accent3"/>
          </a:fillRef>
          <a:effectRef idx="0">
            <a:schemeClr val="accent3"/>
          </a:effectRef>
          <a:fontRef idx="minor">
            <a:schemeClr val="lt1"/>
          </a:fontRef>
        </p:style>
        <p:txBody>
          <a:bodyPr lIns="101868" tIns="50934" rIns="101868" bIns="50934" spcCol="0" rtlCol="0" anchor="ctr"/>
          <a:lstStyle/>
          <a:p>
            <a:pPr algn="ctr"/>
            <a:r>
              <a:rPr lang="en-GB" sz="2000" b="1" dirty="0">
                <a:solidFill>
                  <a:prstClr val="white"/>
                </a:solidFill>
                <a:latin typeface="Calibri"/>
              </a:rPr>
              <a:t>FACULTY OF COMPUTER SCIENCE &amp; ENGINEERING</a:t>
            </a:r>
          </a:p>
        </p:txBody>
      </p:sp>
      <p:pic>
        <p:nvPicPr>
          <p:cNvPr id="1026" name="Picture 2" descr="C:\Users\AKASH\Desktop\2017-09-12 at 17-03-23.png"/>
          <p:cNvPicPr>
            <a:picLocks noChangeAspect="1" noChangeArrowheads="1"/>
          </p:cNvPicPr>
          <p:nvPr/>
        </p:nvPicPr>
        <p:blipFill>
          <a:blip r:embed="rId2"/>
          <a:srcRect/>
          <a:stretch>
            <a:fillRect/>
          </a:stretch>
        </p:blipFill>
        <p:spPr bwMode="auto">
          <a:xfrm>
            <a:off x="6249813" y="3202455"/>
            <a:ext cx="4394956" cy="2685030"/>
          </a:xfrm>
          <a:prstGeom prst="rect">
            <a:avLst/>
          </a:prstGeom>
          <a:noFill/>
          <a:ln w="9525">
            <a:noFill/>
            <a:miter lim="800000"/>
            <a:headEnd/>
            <a:tailEnd/>
          </a:ln>
        </p:spPr>
      </p:pic>
      <p:pic>
        <p:nvPicPr>
          <p:cNvPr id="1027" name="Picture 5" descr="C:\Users\AKASH\Pictures\2017-09-12 at 17-59-23.png"/>
          <p:cNvPicPr>
            <a:picLocks noChangeAspect="1" noChangeArrowheads="1"/>
          </p:cNvPicPr>
          <p:nvPr/>
        </p:nvPicPr>
        <p:blipFill>
          <a:blip r:embed="rId3"/>
          <a:srcRect/>
          <a:stretch>
            <a:fillRect/>
          </a:stretch>
        </p:blipFill>
        <p:spPr bwMode="auto">
          <a:xfrm>
            <a:off x="10644769" y="3258393"/>
            <a:ext cx="4403070" cy="2573155"/>
          </a:xfrm>
          <a:prstGeom prst="rect">
            <a:avLst/>
          </a:prstGeom>
          <a:noFill/>
          <a:ln w="9525">
            <a:noFill/>
            <a:miter lim="800000"/>
            <a:headEnd/>
            <a:tailEnd/>
          </a:ln>
        </p:spPr>
      </p:pic>
      <p:sp>
        <p:nvSpPr>
          <p:cNvPr id="22" name="TextBox 21"/>
          <p:cNvSpPr txBox="1"/>
          <p:nvPr/>
        </p:nvSpPr>
        <p:spPr>
          <a:xfrm>
            <a:off x="7344083" y="6424007"/>
            <a:ext cx="7689978" cy="2769989"/>
          </a:xfrm>
          <a:prstGeom prst="rect">
            <a:avLst/>
          </a:prstGeom>
          <a:noFill/>
        </p:spPr>
        <p:txBody>
          <a:bodyPr wrap="square" rtlCol="0">
            <a:spAutoFit/>
          </a:bodyPr>
          <a:lstStyle/>
          <a:p>
            <a:pPr algn="just"/>
            <a:r>
              <a:rPr lang="en-US" sz="1560" b="1" u="sng" dirty="0">
                <a:latin typeface="Times New Roman" pitchFamily="18" charset="0"/>
                <a:cs typeface="Times New Roman" pitchFamily="18" charset="0"/>
              </a:rPr>
              <a:t>OUTCOMES:</a:t>
            </a:r>
          </a:p>
          <a:p>
            <a:pPr algn="just"/>
            <a:endParaRPr lang="en-US" sz="1560" dirty="0">
              <a:latin typeface="Times New Roman" pitchFamily="18" charset="0"/>
              <a:cs typeface="Times New Roman" pitchFamily="18" charset="0"/>
            </a:endParaRPr>
          </a:p>
          <a:p>
            <a:pPr lvl="0" algn="just"/>
            <a:r>
              <a:rPr lang="en-US" sz="1600" dirty="0"/>
              <a:t>The system successfully recognizes sign language gestures in real time and converts them into text, making communication easier and more accessible. It provides a simple interface and demonstrates the practical use of machine learning in solving communication barriers</a:t>
            </a:r>
          </a:p>
          <a:p>
            <a:pPr lvl="0" algn="just"/>
            <a:r>
              <a:rPr lang="en-US" sz="1560" b="1" dirty="0">
                <a:latin typeface="Times New Roman" pitchFamily="18" charset="0"/>
                <a:cs typeface="Times New Roman" pitchFamily="18" charset="0"/>
              </a:rPr>
              <a:t>  </a:t>
            </a:r>
            <a:endParaRPr lang="en-US" sz="1560" dirty="0">
              <a:latin typeface="Times New Roman" pitchFamily="18" charset="0"/>
              <a:cs typeface="Times New Roman" pitchFamily="18" charset="0"/>
            </a:endParaRPr>
          </a:p>
          <a:p>
            <a:pPr algn="just"/>
            <a:r>
              <a:rPr lang="en-US" sz="1560" b="1" dirty="0">
                <a:latin typeface="Times New Roman" pitchFamily="18" charset="0"/>
                <a:cs typeface="Times New Roman" pitchFamily="18" charset="0"/>
              </a:rPr>
              <a:t> </a:t>
            </a:r>
            <a:r>
              <a:rPr lang="en-US" sz="1560" b="1" u="sng" dirty="0">
                <a:latin typeface="Times New Roman" pitchFamily="18" charset="0"/>
                <a:cs typeface="Times New Roman" pitchFamily="18" charset="0"/>
              </a:rPr>
              <a:t>FUTURE SCOPE:</a:t>
            </a:r>
          </a:p>
          <a:p>
            <a:pPr algn="just"/>
            <a:endParaRPr lang="en-US" sz="1560" dirty="0">
              <a:latin typeface="Times New Roman" pitchFamily="18" charset="0"/>
              <a:cs typeface="Times New Roman" pitchFamily="18" charset="0"/>
            </a:endParaRPr>
          </a:p>
          <a:p>
            <a:pPr lvl="0" algn="just"/>
            <a:r>
              <a:rPr lang="en-US" sz="1600" dirty="0"/>
              <a:t>The system can be improved by increasing accuracy, supporting more gestures and languages, and adding voice output. It can also be developed into a mobile app and integrated into real-time communication platforms for wider use</a:t>
            </a:r>
            <a:endParaRPr lang="en-US" sz="1560" dirty="0">
              <a:latin typeface="Times New Roman" pitchFamily="18" charset="0"/>
              <a:cs typeface="Times New Roman" pitchFamily="18" charset="0"/>
            </a:endParaRPr>
          </a:p>
        </p:txBody>
      </p:sp>
      <p:sp>
        <p:nvSpPr>
          <p:cNvPr id="25" name="Rectangle 24"/>
          <p:cNvSpPr/>
          <p:nvPr/>
        </p:nvSpPr>
        <p:spPr>
          <a:xfrm>
            <a:off x="7344083" y="9535344"/>
            <a:ext cx="7689978" cy="1162819"/>
          </a:xfrm>
          <a:prstGeom prst="rect">
            <a:avLst/>
          </a:prstGeom>
          <a:solidFill>
            <a:srgbClr val="0072C6"/>
          </a:solidFill>
          <a:ln>
            <a:solidFill>
              <a:srgbClr val="385D8A"/>
            </a:solidFill>
          </a:ln>
        </p:spPr>
        <p:style>
          <a:lnRef idx="2">
            <a:schemeClr val="accent3">
              <a:shade val="50000"/>
            </a:schemeClr>
          </a:lnRef>
          <a:fillRef idx="1">
            <a:schemeClr val="accent3"/>
          </a:fillRef>
          <a:effectRef idx="0">
            <a:schemeClr val="accent3"/>
          </a:effectRef>
          <a:fontRef idx="minor">
            <a:schemeClr val="lt1"/>
          </a:fontRef>
        </p:style>
        <p:txBody>
          <a:bodyPr lIns="101868" tIns="50934" rIns="101868" bIns="50934" spcCol="0" rtlCol="0" anchor="ctr"/>
          <a:lstStyle/>
          <a:p>
            <a:r>
              <a:rPr lang="en-GB" sz="1600" b="1" dirty="0">
                <a:solidFill>
                  <a:prstClr val="white"/>
                </a:solidFill>
                <a:latin typeface="Calibri"/>
              </a:rPr>
              <a:t>TEAM MEMBERS:</a:t>
            </a:r>
            <a:r>
              <a:rPr lang="en-US" sz="1600" b="1" dirty="0">
                <a:solidFill>
                  <a:prstClr val="white"/>
                </a:solidFill>
                <a:latin typeface="Calibri"/>
              </a:rPr>
              <a:t>Kunal </a:t>
            </a:r>
            <a:r>
              <a:rPr lang="en-US" sz="1600" b="1" dirty="0" err="1">
                <a:solidFill>
                  <a:prstClr val="white"/>
                </a:solidFill>
                <a:latin typeface="Calibri"/>
              </a:rPr>
              <a:t>bairwa</a:t>
            </a:r>
            <a:endParaRPr lang="en-US" sz="1600" dirty="0"/>
          </a:p>
          <a:p>
            <a:r>
              <a:rPr lang="en-US" sz="1600" b="1" dirty="0"/>
              <a:t>		Jhanvi </a:t>
            </a:r>
            <a:r>
              <a:rPr lang="en-US" sz="1600" b="1" dirty="0" err="1"/>
              <a:t>kumar</a:t>
            </a:r>
            <a:endParaRPr lang="en-US" sz="1600" dirty="0"/>
          </a:p>
          <a:p>
            <a:r>
              <a:rPr lang="en-US" sz="1600" b="1" dirty="0"/>
              <a:t>		Prateek </a:t>
            </a:r>
            <a:r>
              <a:rPr lang="en-US" sz="1600" b="1" dirty="0" err="1"/>
              <a:t>sharma</a:t>
            </a:r>
            <a:endParaRPr lang="en-US" sz="1600" b="1" dirty="0"/>
          </a:p>
          <a:p>
            <a:r>
              <a:rPr lang="en-US" sz="1600" b="1" dirty="0"/>
              <a:t>                                Neha </a:t>
            </a:r>
            <a:r>
              <a:rPr lang="en-US" sz="1600" b="1" dirty="0" err="1"/>
              <a:t>singhal</a:t>
            </a:r>
            <a:endParaRPr lang="en-US" sz="1600" dirty="0"/>
          </a:p>
        </p:txBody>
      </p:sp>
      <p:sp>
        <p:nvSpPr>
          <p:cNvPr id="1031" name="AutoShape 7" descr="blob:https://web.whatsapp.com/1d9d1b93-3209-47a8-b8db-d119576051ed"/>
          <p:cNvSpPr>
            <a:spLocks noChangeAspect="1" noChangeArrowheads="1"/>
          </p:cNvSpPr>
          <p:nvPr/>
        </p:nvSpPr>
        <p:spPr bwMode="auto">
          <a:xfrm>
            <a:off x="654381" y="-225355"/>
            <a:ext cx="475474" cy="475475"/>
          </a:xfrm>
          <a:prstGeom prst="rect">
            <a:avLst/>
          </a:prstGeom>
          <a:noFill/>
        </p:spPr>
        <p:txBody>
          <a:bodyPr vert="horz" wrap="square" lIns="142642" tIns="71321" rIns="142642" bIns="71321" numCol="1" anchor="t" anchorCtr="0" compatLnSpc="1">
            <a:prstTxWarp prst="textNoShape">
              <a:avLst/>
            </a:prstTxWarp>
          </a:bodyPr>
          <a:lstStyle/>
          <a:p>
            <a:endParaRPr lang="en-US" sz="4526"/>
          </a:p>
        </p:txBody>
      </p:sp>
      <p:sp>
        <p:nvSpPr>
          <p:cNvPr id="1033" name="AutoShape 9" descr="blob:https://web.whatsapp.com/1d9d1b93-3209-47a8-b8db-d119576051ed"/>
          <p:cNvSpPr>
            <a:spLocks noChangeAspect="1" noChangeArrowheads="1"/>
          </p:cNvSpPr>
          <p:nvPr/>
        </p:nvSpPr>
        <p:spPr bwMode="auto">
          <a:xfrm>
            <a:off x="654381" y="-225355"/>
            <a:ext cx="475474" cy="475475"/>
          </a:xfrm>
          <a:prstGeom prst="rect">
            <a:avLst/>
          </a:prstGeom>
          <a:noFill/>
        </p:spPr>
        <p:txBody>
          <a:bodyPr vert="horz" wrap="square" lIns="142642" tIns="71321" rIns="142642" bIns="71321" numCol="1" anchor="t" anchorCtr="0" compatLnSpc="1">
            <a:prstTxWarp prst="textNoShape">
              <a:avLst/>
            </a:prstTxWarp>
          </a:bodyPr>
          <a:lstStyle/>
          <a:p>
            <a:endParaRPr lang="en-US" sz="4526"/>
          </a:p>
        </p:txBody>
      </p:sp>
      <p:pic>
        <p:nvPicPr>
          <p:cNvPr id="27" name="Picture 26">
            <a:extLst>
              <a:ext uri="{FF2B5EF4-FFF2-40B4-BE49-F238E27FC236}">
                <a16:creationId xmlns:a16="http://schemas.microsoft.com/office/drawing/2014/main" id="{2B70A1AF-D351-44A8-A792-5A1284DE72CF}"/>
              </a:ext>
            </a:extLst>
          </p:cNvPr>
          <p:cNvPicPr>
            <a:picLocks noChangeAspect="1"/>
          </p:cNvPicPr>
          <p:nvPr/>
        </p:nvPicPr>
        <p:blipFill>
          <a:blip r:embed="rId4" cstate="print">
            <a:extLst>
              <a:ext uri="{28A0092B-C50C-407E-A947-70E740481C1C}">
                <a14:useLocalDpi xmlns:a14="http://schemas.microsoft.com/office/drawing/2010/main" val="0"/>
              </a:ext>
            </a:extLst>
          </a:blip>
          <a:stretch>
            <a:fillRect/>
          </a:stretch>
        </p:blipFill>
        <p:spPr>
          <a:xfrm>
            <a:off x="3712839" y="17923"/>
            <a:ext cx="6481602" cy="1648804"/>
          </a:xfrm>
          <a:prstGeom prst="rect">
            <a:avLst/>
          </a:prstGeom>
        </p:spPr>
      </p:pic>
      <p:pic>
        <p:nvPicPr>
          <p:cNvPr id="3" name="Picture 2">
            <a:extLst>
              <a:ext uri="{FF2B5EF4-FFF2-40B4-BE49-F238E27FC236}">
                <a16:creationId xmlns:a16="http://schemas.microsoft.com/office/drawing/2014/main" id="{EBF86027-FE7C-5541-08ED-AE186B25FC48}"/>
              </a:ext>
            </a:extLst>
          </p:cNvPr>
          <p:cNvPicPr>
            <a:picLocks noChangeAspect="1"/>
          </p:cNvPicPr>
          <p:nvPr/>
        </p:nvPicPr>
        <p:blipFill>
          <a:blip r:embed="rId5">
            <a:extLst>
              <a:ext uri="{28A0092B-C50C-407E-A947-70E740481C1C}">
                <a14:useLocalDpi xmlns:a14="http://schemas.microsoft.com/office/drawing/2010/main" val="0"/>
              </a:ext>
            </a:extLst>
          </a:blip>
          <a:srcRect l="434" t="32518" r="-4185" b="28585"/>
          <a:stretch>
            <a:fillRect/>
          </a:stretch>
        </p:blipFill>
        <p:spPr>
          <a:xfrm>
            <a:off x="47818" y="-38369"/>
            <a:ext cx="3628585" cy="1706840"/>
          </a:xfrm>
          <a:prstGeom prst="rect">
            <a:avLst/>
          </a:prstGeom>
          <a:solidFill>
            <a:srgbClr val="FFFFFF">
              <a:shade val="85000"/>
            </a:srgbClr>
          </a:solidFill>
          <a:ln w="88900" cap="sq">
            <a:solidFill>
              <a:srgbClr val="FFFFFF"/>
            </a:solidFill>
            <a:miter lim="800000"/>
          </a:ln>
          <a:effectLst>
            <a:outerShdw blurRad="55000" dist="18000" dir="5400000" algn="tl" rotWithShape="0">
              <a:srgbClr val="000000">
                <a:alpha val="40000"/>
              </a:srgbClr>
            </a:outerShdw>
          </a:effectLst>
          <a:scene3d>
            <a:camera prst="orthographicFront"/>
            <a:lightRig rig="twoPt" dir="t">
              <a:rot lat="0" lon="0" rev="7200000"/>
            </a:lightRig>
          </a:scene3d>
          <a:sp3d>
            <a:bevelT w="25400" h="19050"/>
            <a:contourClr>
              <a:srgbClr val="FFFFFF"/>
            </a:contourClr>
          </a:sp3d>
        </p:spPr>
      </p:pic>
      <p:sp>
        <p:nvSpPr>
          <p:cNvPr id="5" name="TextBox 4">
            <a:extLst>
              <a:ext uri="{FF2B5EF4-FFF2-40B4-BE49-F238E27FC236}">
                <a16:creationId xmlns:a16="http://schemas.microsoft.com/office/drawing/2014/main" id="{0A8F2568-A90C-9E34-E3CD-585F3902BFA7}"/>
              </a:ext>
            </a:extLst>
          </p:cNvPr>
          <p:cNvSpPr txBox="1"/>
          <p:nvPr/>
        </p:nvSpPr>
        <p:spPr>
          <a:xfrm>
            <a:off x="4200498" y="1801986"/>
            <a:ext cx="6287170" cy="538737"/>
          </a:xfrm>
          <a:prstGeom prst="rect">
            <a:avLst/>
          </a:prstGeom>
          <a:noFill/>
        </p:spPr>
        <p:txBody>
          <a:bodyPr wrap="none" rtlCol="0">
            <a:spAutoFit/>
          </a:bodyPr>
          <a:lstStyle/>
          <a:p>
            <a:r>
              <a:rPr lang="en-IN" dirty="0"/>
              <a:t>SIGNAI – sign language detection system</a:t>
            </a:r>
          </a:p>
        </p:txBody>
      </p:sp>
      <p:sp>
        <p:nvSpPr>
          <p:cNvPr id="12" name="TextBox 11">
            <a:extLst>
              <a:ext uri="{FF2B5EF4-FFF2-40B4-BE49-F238E27FC236}">
                <a16:creationId xmlns:a16="http://schemas.microsoft.com/office/drawing/2014/main" id="{B182B666-CE66-CAAF-FD29-58FA61C534B3}"/>
              </a:ext>
            </a:extLst>
          </p:cNvPr>
          <p:cNvSpPr txBox="1"/>
          <p:nvPr/>
        </p:nvSpPr>
        <p:spPr>
          <a:xfrm>
            <a:off x="36595" y="3200918"/>
            <a:ext cx="6142737" cy="3000950"/>
          </a:xfrm>
          <a:prstGeom prst="rect">
            <a:avLst/>
          </a:prstGeom>
          <a:noFill/>
        </p:spPr>
        <p:txBody>
          <a:bodyPr wrap="square" rtlCol="0">
            <a:spAutoFit/>
          </a:bodyPr>
          <a:lstStyle/>
          <a:p>
            <a:r>
              <a:rPr lang="en-US" sz="1600" dirty="0"/>
              <a:t>The objective of our Sign Language Detection System is to recognize and interpret hand gestures used in sign language through visual input such as a camera or video feed. The system aims to convert these gestures into readable text in real time, making communication easier between deaf or mute individuals and others who do not understand sign language. It focuses on providing a simple and user-friendly interface while utilizing visual processing and basic machine learning techniques for accurate gesture detection. Overall, the system is designed to bridge the communication gap and make interaction more accessible, efficient and inclusive.</a:t>
            </a:r>
            <a:endParaRPr lang="en-US" dirty="0"/>
          </a:p>
          <a:p>
            <a:endParaRPr lang="en-IN" dirty="0"/>
          </a:p>
        </p:txBody>
      </p:sp>
      <p:sp>
        <p:nvSpPr>
          <p:cNvPr id="17" name="Rectangle 7">
            <a:extLst>
              <a:ext uri="{FF2B5EF4-FFF2-40B4-BE49-F238E27FC236}">
                <a16:creationId xmlns:a16="http://schemas.microsoft.com/office/drawing/2014/main" id="{1FDB76BC-A71A-296D-1536-7FF8920CB8C0}"/>
              </a:ext>
            </a:extLst>
          </p:cNvPr>
          <p:cNvSpPr>
            <a:spLocks noChangeArrowheads="1"/>
          </p:cNvSpPr>
          <p:nvPr/>
        </p:nvSpPr>
        <p:spPr bwMode="auto">
          <a:xfrm>
            <a:off x="150470" y="6592597"/>
            <a:ext cx="7097911" cy="2677656"/>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1400" b="0" i="0" u="none" strike="noStrike" cap="none" normalizeH="0" baseline="0" dirty="0">
                <a:ln>
                  <a:noFill/>
                </a:ln>
                <a:solidFill>
                  <a:schemeClr val="tx1"/>
                </a:solidFill>
                <a:effectLst/>
                <a:latin typeface="Arial" panose="020B0604020202020204" pitchFamily="34" charset="0"/>
              </a:rPr>
              <a:t>The main innovation of our Sign Language Detection System lies in its ability to provide real-time gesture recognition through a simple and user-friendly frontend interface. Unlike many traditional systems that rely on heavy hardware or complex setups, our system focuses on using standard camera input and efficient visual processing techniques, making it more accessible and cost-effective. It integrates basic machine learning concepts to improve the accuracy of gesture detection while maintaining smooth performance. Another key innovation is the use of interactive animations and visual feedback, which enhance user understanding and engagement. Additionally, the system is designed to be lightweight and easily deployable, making it suitable for educational and practical use. Overall, the combination of simplicity, real-time processing, and enhanced user experience makes our system more efficient and approachable compared to earlier solutions.</a:t>
            </a:r>
          </a:p>
        </p:txBody>
      </p:sp>
      <p:pic>
        <p:nvPicPr>
          <p:cNvPr id="28" name="Picture 27">
            <a:extLst>
              <a:ext uri="{FF2B5EF4-FFF2-40B4-BE49-F238E27FC236}">
                <a16:creationId xmlns:a16="http://schemas.microsoft.com/office/drawing/2014/main" id="{E5069B81-9E00-D576-E3C2-F32B2658465E}"/>
              </a:ext>
            </a:extLst>
          </p:cNvPr>
          <p:cNvPicPr>
            <a:picLocks noChangeAspect="1"/>
          </p:cNvPicPr>
          <p:nvPr/>
        </p:nvPicPr>
        <p:blipFill>
          <a:blip r:embed="rId6">
            <a:extLst>
              <a:ext uri="{28A0092B-C50C-407E-A947-70E740481C1C}">
                <a14:useLocalDpi xmlns:a14="http://schemas.microsoft.com/office/drawing/2010/main" val="0"/>
              </a:ext>
            </a:extLst>
          </a:blip>
          <a:srcRect t="16095"/>
          <a:stretch>
            <a:fillRect/>
          </a:stretch>
        </p:blipFill>
        <p:spPr>
          <a:xfrm>
            <a:off x="6179333" y="3145940"/>
            <a:ext cx="8868506" cy="2715393"/>
          </a:xfrm>
          <a:prstGeom prst="rect">
            <a:avLst/>
          </a:prstGeom>
        </p:spPr>
      </p:pic>
    </p:spTree>
    <p:extLst>
      <p:ext uri="{BB962C8B-B14F-4D97-AF65-F5344CB8AC3E}">
        <p14:creationId xmlns:p14="http://schemas.microsoft.com/office/powerpoint/2010/main" val="1860289023"/>
      </p:ext>
    </p:extLst>
  </p:cSld>
  <p:clrMapOvr>
    <a:masterClrMapping/>
  </p:clrMapOvr>
</p:sld>
</file>

<file path=ppt/theme/theme1.xml><?xml version="1.0" encoding="utf-8"?>
<a:theme xmlns:a="http://schemas.openxmlformats.org/drawingml/2006/main" name="1_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emplate>Office Theme</Template>
  <TotalTime>2998</TotalTime>
  <Words>394</Words>
  <Application>Microsoft Office PowerPoint</Application>
  <PresentationFormat>Custom</PresentationFormat>
  <Paragraphs>38</Paragraphs>
  <Slides>1</Slides>
  <Notes>0</Notes>
  <HiddenSlides>0</HiddenSlides>
  <MMClips>0</MMClips>
  <ScaleCrop>false</ScaleCrop>
  <HeadingPairs>
    <vt:vector size="6" baseType="variant">
      <vt:variant>
        <vt:lpstr>Fonts Used</vt:lpstr>
      </vt:variant>
      <vt:variant>
        <vt:i4>3</vt:i4>
      </vt:variant>
      <vt:variant>
        <vt:lpstr>Theme</vt:lpstr>
      </vt:variant>
      <vt:variant>
        <vt:i4>1</vt:i4>
      </vt:variant>
      <vt:variant>
        <vt:lpstr>Slide Titles</vt:lpstr>
      </vt:variant>
      <vt:variant>
        <vt:i4>1</vt:i4>
      </vt:variant>
    </vt:vector>
  </HeadingPairs>
  <TitlesOfParts>
    <vt:vector size="5" baseType="lpstr">
      <vt:lpstr>Arial</vt:lpstr>
      <vt:lpstr>Calibri</vt:lpstr>
      <vt:lpstr>Times New Roman</vt:lpstr>
      <vt:lpstr>1_Office Theme</vt:lpstr>
      <vt:lpstr>PowerPoint Presentation</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Innes James</dc:creator>
  <cp:lastModifiedBy>Prateek Sharma</cp:lastModifiedBy>
  <cp:revision>36</cp:revision>
  <dcterms:created xsi:type="dcterms:W3CDTF">2017-11-22T09:50:57Z</dcterms:created>
  <dcterms:modified xsi:type="dcterms:W3CDTF">2026-04-14T12:22:57Z</dcterms:modified>
</cp:coreProperties>
</file>